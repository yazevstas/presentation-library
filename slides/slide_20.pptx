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DAF19E55-1936-451E-A299-2CC021112D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8305"/>
        <p:cNvGrpSpPr/>
        <p:nvPr/>
      </p:nvGrpSpPr>
      <p:grpSpPr>
        <a:xfrm>
          <a:off x="0" y="0"/>
          <a:ext cx="0" cy="0"/>
        </a:xfrm>
      </p:grpSpPr>
      <p:sp>
        <p:nvSpPr>
          <p:cNvPr id="8306" name="Google Shape;8306;g2574187ba63_7_6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7" name="Google Shape;8307;g2574187ba63_7_6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021A8BA-4EED-4781-B9D3-2DCA4DBC64A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DAD7D70-F355-4218-B491-932B5F6C092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5E0AD7-20EF-4A00-85EE-7C756476F30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7F21DCE-BD49-47C0-978D-2601F120737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B15FF98B-8CD2-42C9-93BB-3126B6F6AC7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259CC168-3B9F-4FB6-A915-584A4BEBDFF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90B71AD-37A8-4B6F-A393-566DA720708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DEA0980-FD8C-49AA-B3DF-D2542D0D405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03C980B-B34D-4430-8BE4-DA4D93B0231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0A5C1BD-39E3-45F6-B532-E8D60732EBC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46228E6-0DD7-46B6-8E82-0C32D8C27F4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8308"/>
        <p:cNvGrpSpPr/>
        <p:nvPr/>
      </p:nvGrpSpPr>
      <p:grpSpPr>
        <a:xfrm>
          <a:off x="0" y="0"/>
          <a:ext cx="0" cy="0"/>
        </a:xfrm>
      </p:grpSpPr>
      <p:grpSp>
        <p:nvGrpSpPr>
          <p:cNvPr id="8309" name="Google Shape;8309;p58"/>
          <p:cNvGrpSpPr/>
          <p:nvPr/>
        </p:nvGrpSpPr>
        <p:grpSpPr>
          <a:xfrm>
            <a:off x="702088" y="3155922"/>
            <a:ext cx="2390414" cy="1024800"/>
            <a:chOff x="728925" y="3296613"/>
            <a:chExt cx="2390414" cy="1024800"/>
          </a:xfrm>
        </p:grpSpPr>
        <p:grpSp>
          <p:nvGrpSpPr>
            <p:cNvPr id="8310" name="Google Shape;8310;p58"/>
            <p:cNvGrpSpPr/>
            <p:nvPr/>
          </p:nvGrpSpPr>
          <p:grpSpPr>
            <a:xfrm>
              <a:off x="728925" y="3619800"/>
              <a:ext cx="2390414" cy="500893"/>
              <a:chOff x="728925" y="3619800"/>
              <a:chExt cx="2390414" cy="500893"/>
            </a:xfrm>
          </p:grpSpPr>
          <p:sp>
            <p:nvSpPr>
              <p:cNvPr id="8311" name="Google Shape;8311;p58"/>
              <p:cNvSpPr/>
              <p:nvPr/>
            </p:nvSpPr>
            <p:spPr>
              <a:xfrm>
                <a:off x="728925" y="3619800"/>
                <a:ext cx="2390400" cy="167100"/>
              </a:xfrm>
              <a:prstGeom prst="rect">
                <a:avLst/>
              </a:prstGeom>
              <a:noFill/>
              <a:ln w="9525" cap="flat" cmpd="sng">
                <a:solidFill>
                  <a:srgbClr val="E3E7E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"/>
              </a:p>
            </p:txBody>
          </p:sp>
          <p:sp>
            <p:nvSpPr>
              <p:cNvPr id="8312" name="Google Shape;8312;p58"/>
              <p:cNvSpPr/>
              <p:nvPr/>
            </p:nvSpPr>
            <p:spPr>
              <a:xfrm>
                <a:off x="728939" y="3953593"/>
                <a:ext cx="2390400" cy="167100"/>
              </a:xfrm>
              <a:prstGeom prst="rect">
                <a:avLst/>
              </a:prstGeom>
              <a:noFill/>
              <a:ln w="9525" cap="flat" cmpd="sng">
                <a:solidFill>
                  <a:srgbClr val="E3E7E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"/>
              </a:p>
            </p:txBody>
          </p:sp>
        </p:grpSp>
        <p:grpSp>
          <p:nvGrpSpPr>
            <p:cNvPr id="8313" name="Google Shape;8313;p58"/>
            <p:cNvGrpSpPr/>
            <p:nvPr/>
          </p:nvGrpSpPr>
          <p:grpSpPr>
            <a:xfrm>
              <a:off x="1348050" y="3296613"/>
              <a:ext cx="1706152" cy="1024800"/>
              <a:chOff x="1348050" y="3296613"/>
              <a:chExt cx="1706152" cy="1024800"/>
            </a:xfrm>
          </p:grpSpPr>
          <p:sp>
            <p:nvSpPr>
              <p:cNvPr id="8314" name="Google Shape;8314;p58"/>
              <p:cNvSpPr/>
              <p:nvPr/>
            </p:nvSpPr>
            <p:spPr>
              <a:xfrm>
                <a:off x="1348050" y="3296613"/>
                <a:ext cx="307200" cy="1024800"/>
              </a:xfrm>
              <a:prstGeom prst="rect">
                <a:avLst/>
              </a:prstGeom>
              <a:noFill/>
              <a:ln w="9525" cap="flat" cmpd="sng">
                <a:solidFill>
                  <a:srgbClr val="D6DB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"/>
              </a:p>
            </p:txBody>
          </p:sp>
          <p:sp>
            <p:nvSpPr>
              <p:cNvPr id="8315" name="Google Shape;8315;p58"/>
              <p:cNvSpPr/>
              <p:nvPr/>
            </p:nvSpPr>
            <p:spPr>
              <a:xfrm>
                <a:off x="1687082" y="3296613"/>
                <a:ext cx="307200" cy="1024800"/>
              </a:xfrm>
              <a:prstGeom prst="rect">
                <a:avLst/>
              </a:prstGeom>
              <a:noFill/>
              <a:ln w="9525" cap="flat" cmpd="sng">
                <a:solidFill>
                  <a:srgbClr val="D6DB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"/>
              </a:p>
            </p:txBody>
          </p:sp>
          <p:sp>
            <p:nvSpPr>
              <p:cNvPr id="8316" name="Google Shape;8316;p58"/>
              <p:cNvSpPr/>
              <p:nvPr/>
            </p:nvSpPr>
            <p:spPr>
              <a:xfrm>
                <a:off x="2040389" y="3296613"/>
                <a:ext cx="307200" cy="1024800"/>
              </a:xfrm>
              <a:prstGeom prst="rect">
                <a:avLst/>
              </a:prstGeom>
              <a:noFill/>
              <a:ln w="9525" cap="flat" cmpd="sng">
                <a:solidFill>
                  <a:srgbClr val="D6DB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"/>
              </a:p>
            </p:txBody>
          </p:sp>
          <p:sp>
            <p:nvSpPr>
              <p:cNvPr id="8317" name="Google Shape;8317;p58"/>
              <p:cNvSpPr/>
              <p:nvPr/>
            </p:nvSpPr>
            <p:spPr>
              <a:xfrm>
                <a:off x="2393695" y="3296613"/>
                <a:ext cx="307200" cy="1024800"/>
              </a:xfrm>
              <a:prstGeom prst="rect">
                <a:avLst/>
              </a:prstGeom>
              <a:noFill/>
              <a:ln w="9525" cap="flat" cmpd="sng">
                <a:solidFill>
                  <a:srgbClr val="D6DB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"/>
              </a:p>
            </p:txBody>
          </p:sp>
          <p:sp>
            <p:nvSpPr>
              <p:cNvPr id="8318" name="Google Shape;8318;p58"/>
              <p:cNvSpPr/>
              <p:nvPr/>
            </p:nvSpPr>
            <p:spPr>
              <a:xfrm>
                <a:off x="2747002" y="3296613"/>
                <a:ext cx="307200" cy="1024800"/>
              </a:xfrm>
              <a:prstGeom prst="rect">
                <a:avLst/>
              </a:prstGeom>
              <a:noFill/>
              <a:ln w="9525" cap="flat" cmpd="sng">
                <a:solidFill>
                  <a:srgbClr val="D6DB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200"/>
              </a:p>
            </p:txBody>
          </p:sp>
        </p:grpSp>
        <p:grpSp>
          <p:nvGrpSpPr>
            <p:cNvPr id="8319" name="Google Shape;8319;p58"/>
            <p:cNvGrpSpPr/>
            <p:nvPr/>
          </p:nvGrpSpPr>
          <p:grpSpPr>
            <a:xfrm>
              <a:off x="1455707" y="3654858"/>
              <a:ext cx="1491150" cy="417657"/>
              <a:chOff x="1455707" y="3654858"/>
              <a:chExt cx="1491150" cy="417657"/>
            </a:xfrm>
          </p:grpSpPr>
          <p:sp>
            <p:nvSpPr>
              <p:cNvPr id="8320" name="Google Shape;8320;p58"/>
              <p:cNvSpPr/>
              <p:nvPr/>
            </p:nvSpPr>
            <p:spPr>
              <a:xfrm>
                <a:off x="1472938" y="3687620"/>
                <a:ext cx="60030" cy="35796"/>
              </a:xfrm>
              <a:custGeom>
                <a:rect l="l" t="t" r="r" b="b"/>
                <a:pathLst>
                  <a:path w="9336" h="5567" extrusionOk="0">
                    <a:moveTo>
                      <a:pt x="1876" y="0"/>
                    </a:moveTo>
                    <a:cubicBezTo>
                      <a:pt x="1831" y="0"/>
                      <a:pt x="1787" y="18"/>
                      <a:pt x="1751" y="54"/>
                    </a:cubicBezTo>
                    <a:lnTo>
                      <a:pt x="84" y="1721"/>
                    </a:lnTo>
                    <a:cubicBezTo>
                      <a:pt x="1" y="1804"/>
                      <a:pt x="1" y="1899"/>
                      <a:pt x="84" y="1983"/>
                    </a:cubicBezTo>
                    <a:lnTo>
                      <a:pt x="3263" y="5162"/>
                    </a:lnTo>
                    <a:cubicBezTo>
                      <a:pt x="3513" y="5412"/>
                      <a:pt x="3858" y="5566"/>
                      <a:pt x="4215" y="5566"/>
                    </a:cubicBezTo>
                    <a:cubicBezTo>
                      <a:pt x="4573" y="5566"/>
                      <a:pt x="4918" y="5435"/>
                      <a:pt x="5168" y="5162"/>
                    </a:cubicBezTo>
                    <a:lnTo>
                      <a:pt x="9252" y="1090"/>
                    </a:lnTo>
                    <a:cubicBezTo>
                      <a:pt x="9335" y="1006"/>
                      <a:pt x="9335" y="887"/>
                      <a:pt x="9276" y="828"/>
                    </a:cubicBezTo>
                    <a:cubicBezTo>
                      <a:pt x="9240" y="792"/>
                      <a:pt x="9195" y="774"/>
                      <a:pt x="9151" y="774"/>
                    </a:cubicBezTo>
                    <a:cubicBezTo>
                      <a:pt x="9106" y="774"/>
                      <a:pt x="9061" y="792"/>
                      <a:pt x="9026" y="828"/>
                    </a:cubicBezTo>
                    <a:lnTo>
                      <a:pt x="4942" y="4912"/>
                    </a:lnTo>
                    <a:cubicBezTo>
                      <a:pt x="4751" y="5102"/>
                      <a:pt x="4501" y="5209"/>
                      <a:pt x="4227" y="5209"/>
                    </a:cubicBezTo>
                    <a:cubicBezTo>
                      <a:pt x="3965" y="5209"/>
                      <a:pt x="3715" y="5102"/>
                      <a:pt x="3513" y="4912"/>
                    </a:cubicBezTo>
                    <a:lnTo>
                      <a:pt x="453" y="1840"/>
                    </a:lnTo>
                    <a:lnTo>
                      <a:pt x="1870" y="435"/>
                    </a:lnTo>
                    <a:lnTo>
                      <a:pt x="2370" y="935"/>
                    </a:lnTo>
                    <a:cubicBezTo>
                      <a:pt x="2406" y="971"/>
                      <a:pt x="2450" y="988"/>
                      <a:pt x="2495" y="988"/>
                    </a:cubicBezTo>
                    <a:cubicBezTo>
                      <a:pt x="2540" y="988"/>
                      <a:pt x="2584" y="971"/>
                      <a:pt x="2620" y="935"/>
                    </a:cubicBezTo>
                    <a:cubicBezTo>
                      <a:pt x="2703" y="863"/>
                      <a:pt x="2703" y="756"/>
                      <a:pt x="2620" y="685"/>
                    </a:cubicBezTo>
                    <a:lnTo>
                      <a:pt x="2001" y="54"/>
                    </a:lnTo>
                    <a:cubicBezTo>
                      <a:pt x="1965" y="18"/>
                      <a:pt x="1920" y="0"/>
                      <a:pt x="1876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21" name="Google Shape;8321;p58"/>
              <p:cNvSpPr/>
              <p:nvPr/>
            </p:nvSpPr>
            <p:spPr>
              <a:xfrm>
                <a:off x="1490853" y="3669628"/>
                <a:ext cx="54211" cy="34568"/>
              </a:xfrm>
              <a:custGeom>
                <a:rect l="l" t="t" r="r" b="b"/>
                <a:pathLst>
                  <a:path w="8431" h="5376" extrusionOk="0">
                    <a:moveTo>
                      <a:pt x="6585" y="0"/>
                    </a:moveTo>
                    <a:cubicBezTo>
                      <a:pt x="6540" y="0"/>
                      <a:pt x="6495" y="18"/>
                      <a:pt x="6454" y="54"/>
                    </a:cubicBezTo>
                    <a:lnTo>
                      <a:pt x="1548" y="4971"/>
                    </a:lnTo>
                    <a:cubicBezTo>
                      <a:pt x="1513" y="4995"/>
                      <a:pt x="1477" y="5007"/>
                      <a:pt x="1429" y="5007"/>
                    </a:cubicBezTo>
                    <a:cubicBezTo>
                      <a:pt x="1382" y="5007"/>
                      <a:pt x="1346" y="4995"/>
                      <a:pt x="1310" y="4971"/>
                    </a:cubicBezTo>
                    <a:lnTo>
                      <a:pt x="334" y="3983"/>
                    </a:lnTo>
                    <a:cubicBezTo>
                      <a:pt x="292" y="3947"/>
                      <a:pt x="248" y="3929"/>
                      <a:pt x="203" y="3929"/>
                    </a:cubicBezTo>
                    <a:cubicBezTo>
                      <a:pt x="158" y="3929"/>
                      <a:pt x="114" y="3947"/>
                      <a:pt x="72" y="3983"/>
                    </a:cubicBezTo>
                    <a:cubicBezTo>
                      <a:pt x="1" y="4054"/>
                      <a:pt x="1" y="4161"/>
                      <a:pt x="72" y="4245"/>
                    </a:cubicBezTo>
                    <a:lnTo>
                      <a:pt x="1060" y="5221"/>
                    </a:lnTo>
                    <a:cubicBezTo>
                      <a:pt x="1156" y="5328"/>
                      <a:pt x="1275" y="5376"/>
                      <a:pt x="1417" y="5376"/>
                    </a:cubicBezTo>
                    <a:cubicBezTo>
                      <a:pt x="1548" y="5376"/>
                      <a:pt x="1679" y="5316"/>
                      <a:pt x="1775" y="5221"/>
                    </a:cubicBezTo>
                    <a:lnTo>
                      <a:pt x="6549" y="447"/>
                    </a:lnTo>
                    <a:lnTo>
                      <a:pt x="7966" y="1852"/>
                    </a:lnTo>
                    <a:lnTo>
                      <a:pt x="6704" y="3126"/>
                    </a:lnTo>
                    <a:cubicBezTo>
                      <a:pt x="6621" y="3197"/>
                      <a:pt x="6621" y="3304"/>
                      <a:pt x="6704" y="3376"/>
                    </a:cubicBezTo>
                    <a:cubicBezTo>
                      <a:pt x="6740" y="3411"/>
                      <a:pt x="6784" y="3429"/>
                      <a:pt x="6829" y="3429"/>
                    </a:cubicBezTo>
                    <a:cubicBezTo>
                      <a:pt x="6874" y="3429"/>
                      <a:pt x="6918" y="3411"/>
                      <a:pt x="6954" y="3376"/>
                    </a:cubicBezTo>
                    <a:lnTo>
                      <a:pt x="8347" y="1983"/>
                    </a:lnTo>
                    <a:cubicBezTo>
                      <a:pt x="8383" y="1947"/>
                      <a:pt x="8395" y="1899"/>
                      <a:pt x="8395" y="1864"/>
                    </a:cubicBezTo>
                    <a:cubicBezTo>
                      <a:pt x="8430" y="1816"/>
                      <a:pt x="8406" y="1768"/>
                      <a:pt x="8383" y="1721"/>
                    </a:cubicBezTo>
                    <a:lnTo>
                      <a:pt x="6716" y="54"/>
                    </a:lnTo>
                    <a:cubicBezTo>
                      <a:pt x="6674" y="18"/>
                      <a:pt x="6629" y="0"/>
                      <a:pt x="658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22" name="Google Shape;8322;p58"/>
              <p:cNvSpPr/>
              <p:nvPr/>
            </p:nvSpPr>
            <p:spPr>
              <a:xfrm>
                <a:off x="1819181" y="4031425"/>
                <a:ext cx="60030" cy="35796"/>
              </a:xfrm>
              <a:custGeom>
                <a:rect l="l" t="t" r="r" b="b"/>
                <a:pathLst>
                  <a:path w="9336" h="5567" extrusionOk="0">
                    <a:moveTo>
                      <a:pt x="1876" y="0"/>
                    </a:moveTo>
                    <a:cubicBezTo>
                      <a:pt x="1831" y="0"/>
                      <a:pt x="1787" y="18"/>
                      <a:pt x="1751" y="54"/>
                    </a:cubicBezTo>
                    <a:lnTo>
                      <a:pt x="84" y="1721"/>
                    </a:lnTo>
                    <a:cubicBezTo>
                      <a:pt x="1" y="1804"/>
                      <a:pt x="1" y="1899"/>
                      <a:pt x="84" y="1983"/>
                    </a:cubicBezTo>
                    <a:lnTo>
                      <a:pt x="3263" y="5162"/>
                    </a:lnTo>
                    <a:cubicBezTo>
                      <a:pt x="3513" y="5412"/>
                      <a:pt x="3858" y="5566"/>
                      <a:pt x="4215" y="5566"/>
                    </a:cubicBezTo>
                    <a:cubicBezTo>
                      <a:pt x="4573" y="5566"/>
                      <a:pt x="4918" y="5435"/>
                      <a:pt x="5168" y="5162"/>
                    </a:cubicBezTo>
                    <a:lnTo>
                      <a:pt x="9252" y="1090"/>
                    </a:lnTo>
                    <a:cubicBezTo>
                      <a:pt x="9335" y="1006"/>
                      <a:pt x="9335" y="887"/>
                      <a:pt x="9276" y="828"/>
                    </a:cubicBezTo>
                    <a:cubicBezTo>
                      <a:pt x="9240" y="792"/>
                      <a:pt x="9195" y="774"/>
                      <a:pt x="9151" y="774"/>
                    </a:cubicBezTo>
                    <a:cubicBezTo>
                      <a:pt x="9106" y="774"/>
                      <a:pt x="9061" y="792"/>
                      <a:pt x="9026" y="828"/>
                    </a:cubicBezTo>
                    <a:lnTo>
                      <a:pt x="4942" y="4912"/>
                    </a:lnTo>
                    <a:cubicBezTo>
                      <a:pt x="4751" y="5102"/>
                      <a:pt x="4501" y="5209"/>
                      <a:pt x="4227" y="5209"/>
                    </a:cubicBezTo>
                    <a:cubicBezTo>
                      <a:pt x="3965" y="5209"/>
                      <a:pt x="3715" y="5102"/>
                      <a:pt x="3513" y="4912"/>
                    </a:cubicBezTo>
                    <a:lnTo>
                      <a:pt x="453" y="1840"/>
                    </a:lnTo>
                    <a:lnTo>
                      <a:pt x="1870" y="435"/>
                    </a:lnTo>
                    <a:lnTo>
                      <a:pt x="2370" y="935"/>
                    </a:lnTo>
                    <a:cubicBezTo>
                      <a:pt x="2406" y="971"/>
                      <a:pt x="2450" y="988"/>
                      <a:pt x="2495" y="988"/>
                    </a:cubicBezTo>
                    <a:cubicBezTo>
                      <a:pt x="2540" y="988"/>
                      <a:pt x="2584" y="971"/>
                      <a:pt x="2620" y="935"/>
                    </a:cubicBezTo>
                    <a:cubicBezTo>
                      <a:pt x="2703" y="863"/>
                      <a:pt x="2703" y="756"/>
                      <a:pt x="2620" y="685"/>
                    </a:cubicBezTo>
                    <a:lnTo>
                      <a:pt x="2001" y="54"/>
                    </a:lnTo>
                    <a:cubicBezTo>
                      <a:pt x="1965" y="18"/>
                      <a:pt x="1920" y="0"/>
                      <a:pt x="1876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23" name="Google Shape;8323;p58"/>
              <p:cNvSpPr/>
              <p:nvPr/>
            </p:nvSpPr>
            <p:spPr>
              <a:xfrm>
                <a:off x="1837096" y="4013433"/>
                <a:ext cx="54211" cy="34568"/>
              </a:xfrm>
              <a:custGeom>
                <a:rect l="l" t="t" r="r" b="b"/>
                <a:pathLst>
                  <a:path w="8431" h="5376" extrusionOk="0">
                    <a:moveTo>
                      <a:pt x="6585" y="0"/>
                    </a:moveTo>
                    <a:cubicBezTo>
                      <a:pt x="6540" y="0"/>
                      <a:pt x="6495" y="18"/>
                      <a:pt x="6454" y="54"/>
                    </a:cubicBezTo>
                    <a:lnTo>
                      <a:pt x="1548" y="4971"/>
                    </a:lnTo>
                    <a:cubicBezTo>
                      <a:pt x="1513" y="4995"/>
                      <a:pt x="1477" y="5007"/>
                      <a:pt x="1429" y="5007"/>
                    </a:cubicBezTo>
                    <a:cubicBezTo>
                      <a:pt x="1382" y="5007"/>
                      <a:pt x="1346" y="4995"/>
                      <a:pt x="1310" y="4971"/>
                    </a:cubicBezTo>
                    <a:lnTo>
                      <a:pt x="334" y="3983"/>
                    </a:lnTo>
                    <a:cubicBezTo>
                      <a:pt x="292" y="3947"/>
                      <a:pt x="248" y="3929"/>
                      <a:pt x="203" y="3929"/>
                    </a:cubicBezTo>
                    <a:cubicBezTo>
                      <a:pt x="158" y="3929"/>
                      <a:pt x="114" y="3947"/>
                      <a:pt x="72" y="3983"/>
                    </a:cubicBezTo>
                    <a:cubicBezTo>
                      <a:pt x="1" y="4054"/>
                      <a:pt x="1" y="4161"/>
                      <a:pt x="72" y="4245"/>
                    </a:cubicBezTo>
                    <a:lnTo>
                      <a:pt x="1060" y="5221"/>
                    </a:lnTo>
                    <a:cubicBezTo>
                      <a:pt x="1156" y="5328"/>
                      <a:pt x="1275" y="5376"/>
                      <a:pt x="1417" y="5376"/>
                    </a:cubicBezTo>
                    <a:cubicBezTo>
                      <a:pt x="1548" y="5376"/>
                      <a:pt x="1679" y="5316"/>
                      <a:pt x="1775" y="5221"/>
                    </a:cubicBezTo>
                    <a:lnTo>
                      <a:pt x="6549" y="447"/>
                    </a:lnTo>
                    <a:lnTo>
                      <a:pt x="7966" y="1852"/>
                    </a:lnTo>
                    <a:lnTo>
                      <a:pt x="6704" y="3126"/>
                    </a:lnTo>
                    <a:cubicBezTo>
                      <a:pt x="6621" y="3197"/>
                      <a:pt x="6621" y="3304"/>
                      <a:pt x="6704" y="3376"/>
                    </a:cubicBezTo>
                    <a:cubicBezTo>
                      <a:pt x="6740" y="3411"/>
                      <a:pt x="6784" y="3429"/>
                      <a:pt x="6829" y="3429"/>
                    </a:cubicBezTo>
                    <a:cubicBezTo>
                      <a:pt x="6874" y="3429"/>
                      <a:pt x="6918" y="3411"/>
                      <a:pt x="6954" y="3376"/>
                    </a:cubicBezTo>
                    <a:lnTo>
                      <a:pt x="8347" y="1983"/>
                    </a:lnTo>
                    <a:cubicBezTo>
                      <a:pt x="8383" y="1947"/>
                      <a:pt x="8395" y="1899"/>
                      <a:pt x="8395" y="1864"/>
                    </a:cubicBezTo>
                    <a:cubicBezTo>
                      <a:pt x="8430" y="1816"/>
                      <a:pt x="8406" y="1768"/>
                      <a:pt x="8383" y="1721"/>
                    </a:cubicBezTo>
                    <a:lnTo>
                      <a:pt x="6716" y="54"/>
                    </a:lnTo>
                    <a:cubicBezTo>
                      <a:pt x="6674" y="18"/>
                      <a:pt x="6629" y="0"/>
                      <a:pt x="658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24" name="Google Shape;8324;p58"/>
              <p:cNvSpPr/>
              <p:nvPr/>
            </p:nvSpPr>
            <p:spPr>
              <a:xfrm>
                <a:off x="1478676" y="4008202"/>
                <a:ext cx="41351" cy="64313"/>
              </a:xfrm>
              <a:custGeom>
                <a:rect l="l" t="t" r="r" b="b"/>
                <a:pathLst>
                  <a:path w="6430" h="10002" extrusionOk="0">
                    <a:moveTo>
                      <a:pt x="4025" y="0"/>
                    </a:moveTo>
                    <a:cubicBezTo>
                      <a:pt x="3870" y="0"/>
                      <a:pt x="3704" y="60"/>
                      <a:pt x="3608" y="179"/>
                    </a:cubicBezTo>
                    <a:lnTo>
                      <a:pt x="1465" y="2322"/>
                    </a:lnTo>
                    <a:lnTo>
                      <a:pt x="299" y="1167"/>
                    </a:lnTo>
                    <a:cubicBezTo>
                      <a:pt x="269" y="1138"/>
                      <a:pt x="227" y="1123"/>
                      <a:pt x="184" y="1123"/>
                    </a:cubicBezTo>
                    <a:cubicBezTo>
                      <a:pt x="141" y="1123"/>
                      <a:pt x="96" y="1138"/>
                      <a:pt x="60" y="1167"/>
                    </a:cubicBezTo>
                    <a:cubicBezTo>
                      <a:pt x="1" y="1227"/>
                      <a:pt x="1" y="1322"/>
                      <a:pt x="60" y="1405"/>
                    </a:cubicBezTo>
                    <a:lnTo>
                      <a:pt x="1346" y="2679"/>
                    </a:lnTo>
                    <a:cubicBezTo>
                      <a:pt x="1370" y="2715"/>
                      <a:pt x="1418" y="2727"/>
                      <a:pt x="1465" y="2727"/>
                    </a:cubicBezTo>
                    <a:cubicBezTo>
                      <a:pt x="1501" y="2727"/>
                      <a:pt x="1549" y="2715"/>
                      <a:pt x="1584" y="2679"/>
                    </a:cubicBezTo>
                    <a:lnTo>
                      <a:pt x="3847" y="417"/>
                    </a:lnTo>
                    <a:cubicBezTo>
                      <a:pt x="3882" y="370"/>
                      <a:pt x="3966" y="346"/>
                      <a:pt x="4037" y="346"/>
                    </a:cubicBezTo>
                    <a:cubicBezTo>
                      <a:pt x="4109" y="346"/>
                      <a:pt x="4168" y="370"/>
                      <a:pt x="4228" y="417"/>
                    </a:cubicBezTo>
                    <a:lnTo>
                      <a:pt x="6049" y="2239"/>
                    </a:lnTo>
                    <a:cubicBezTo>
                      <a:pt x="6085" y="2275"/>
                      <a:pt x="6121" y="2358"/>
                      <a:pt x="6121" y="2429"/>
                    </a:cubicBezTo>
                    <a:cubicBezTo>
                      <a:pt x="6121" y="2501"/>
                      <a:pt x="6085" y="2560"/>
                      <a:pt x="6049" y="2620"/>
                    </a:cubicBezTo>
                    <a:lnTo>
                      <a:pt x="3775" y="4882"/>
                    </a:lnTo>
                    <a:cubicBezTo>
                      <a:pt x="3716" y="4942"/>
                      <a:pt x="3716" y="5049"/>
                      <a:pt x="3775" y="5120"/>
                    </a:cubicBezTo>
                    <a:lnTo>
                      <a:pt x="6049" y="7382"/>
                    </a:lnTo>
                    <a:cubicBezTo>
                      <a:pt x="6085" y="7430"/>
                      <a:pt x="6121" y="7501"/>
                      <a:pt x="6121" y="7573"/>
                    </a:cubicBezTo>
                    <a:cubicBezTo>
                      <a:pt x="6121" y="7656"/>
                      <a:pt x="6085" y="7716"/>
                      <a:pt x="6049" y="7775"/>
                    </a:cubicBezTo>
                    <a:lnTo>
                      <a:pt x="4228" y="9585"/>
                    </a:lnTo>
                    <a:cubicBezTo>
                      <a:pt x="4174" y="9639"/>
                      <a:pt x="4103" y="9665"/>
                      <a:pt x="4033" y="9665"/>
                    </a:cubicBezTo>
                    <a:cubicBezTo>
                      <a:pt x="3963" y="9665"/>
                      <a:pt x="3894" y="9639"/>
                      <a:pt x="3847" y="9585"/>
                    </a:cubicBezTo>
                    <a:lnTo>
                      <a:pt x="2989" y="8740"/>
                    </a:lnTo>
                    <a:cubicBezTo>
                      <a:pt x="2960" y="8710"/>
                      <a:pt x="2921" y="8695"/>
                      <a:pt x="2879" y="8695"/>
                    </a:cubicBezTo>
                    <a:cubicBezTo>
                      <a:pt x="2838" y="8695"/>
                      <a:pt x="2793" y="8710"/>
                      <a:pt x="2751" y="8740"/>
                    </a:cubicBezTo>
                    <a:cubicBezTo>
                      <a:pt x="2692" y="8799"/>
                      <a:pt x="2692" y="8906"/>
                      <a:pt x="2751" y="8978"/>
                    </a:cubicBezTo>
                    <a:lnTo>
                      <a:pt x="3608" y="9823"/>
                    </a:lnTo>
                    <a:cubicBezTo>
                      <a:pt x="3728" y="9942"/>
                      <a:pt x="3870" y="10002"/>
                      <a:pt x="4025" y="10002"/>
                    </a:cubicBezTo>
                    <a:cubicBezTo>
                      <a:pt x="4168" y="10002"/>
                      <a:pt x="4335" y="9942"/>
                      <a:pt x="4442" y="9823"/>
                    </a:cubicBezTo>
                    <a:lnTo>
                      <a:pt x="6252" y="8013"/>
                    </a:lnTo>
                    <a:cubicBezTo>
                      <a:pt x="6371" y="7894"/>
                      <a:pt x="6430" y="7740"/>
                      <a:pt x="6430" y="7597"/>
                    </a:cubicBezTo>
                    <a:cubicBezTo>
                      <a:pt x="6430" y="7430"/>
                      <a:pt x="6371" y="7275"/>
                      <a:pt x="6252" y="7180"/>
                    </a:cubicBezTo>
                    <a:lnTo>
                      <a:pt x="4109" y="4977"/>
                    </a:lnTo>
                    <a:lnTo>
                      <a:pt x="6252" y="2834"/>
                    </a:lnTo>
                    <a:cubicBezTo>
                      <a:pt x="6371" y="2715"/>
                      <a:pt x="6430" y="2560"/>
                      <a:pt x="6430" y="2417"/>
                    </a:cubicBezTo>
                    <a:cubicBezTo>
                      <a:pt x="6430" y="2251"/>
                      <a:pt x="6371" y="2096"/>
                      <a:pt x="6252" y="2001"/>
                    </a:cubicBezTo>
                    <a:lnTo>
                      <a:pt x="4442" y="179"/>
                    </a:lnTo>
                    <a:cubicBezTo>
                      <a:pt x="4323" y="60"/>
                      <a:pt x="4168" y="0"/>
                      <a:pt x="402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25" name="Google Shape;8325;p58"/>
              <p:cNvSpPr/>
              <p:nvPr/>
            </p:nvSpPr>
            <p:spPr>
              <a:xfrm>
                <a:off x="1455707" y="4007971"/>
                <a:ext cx="39512" cy="64165"/>
              </a:xfrm>
              <a:custGeom>
                <a:rect l="l" t="t" r="r" b="b"/>
                <a:pathLst>
                  <a:path w="6145" h="9979" extrusionOk="0">
                    <a:moveTo>
                      <a:pt x="2477" y="1"/>
                    </a:moveTo>
                    <a:cubicBezTo>
                      <a:pt x="2311" y="1"/>
                      <a:pt x="2156" y="60"/>
                      <a:pt x="2061" y="179"/>
                    </a:cubicBezTo>
                    <a:lnTo>
                      <a:pt x="239" y="2001"/>
                    </a:lnTo>
                    <a:cubicBezTo>
                      <a:pt x="1" y="2239"/>
                      <a:pt x="1" y="2608"/>
                      <a:pt x="239" y="2846"/>
                    </a:cubicBezTo>
                    <a:lnTo>
                      <a:pt x="2382" y="4989"/>
                    </a:lnTo>
                    <a:lnTo>
                      <a:pt x="239" y="7133"/>
                    </a:lnTo>
                    <a:cubicBezTo>
                      <a:pt x="1" y="7371"/>
                      <a:pt x="1" y="7752"/>
                      <a:pt x="239" y="7990"/>
                    </a:cubicBezTo>
                    <a:lnTo>
                      <a:pt x="2061" y="9800"/>
                    </a:lnTo>
                    <a:cubicBezTo>
                      <a:pt x="2180" y="9919"/>
                      <a:pt x="2323" y="9978"/>
                      <a:pt x="2477" y="9978"/>
                    </a:cubicBezTo>
                    <a:cubicBezTo>
                      <a:pt x="2620" y="9978"/>
                      <a:pt x="2787" y="9919"/>
                      <a:pt x="2882" y="9800"/>
                    </a:cubicBezTo>
                    <a:lnTo>
                      <a:pt x="5037" y="7656"/>
                    </a:lnTo>
                    <a:lnTo>
                      <a:pt x="5859" y="8490"/>
                    </a:lnTo>
                    <a:cubicBezTo>
                      <a:pt x="5895" y="8520"/>
                      <a:pt x="5936" y="8535"/>
                      <a:pt x="5978" y="8535"/>
                    </a:cubicBezTo>
                    <a:cubicBezTo>
                      <a:pt x="6020" y="8535"/>
                      <a:pt x="6061" y="8520"/>
                      <a:pt x="6097" y="8490"/>
                    </a:cubicBezTo>
                    <a:cubicBezTo>
                      <a:pt x="6145" y="8430"/>
                      <a:pt x="6145" y="8323"/>
                      <a:pt x="6085" y="8264"/>
                    </a:cubicBezTo>
                    <a:lnTo>
                      <a:pt x="5156" y="7335"/>
                    </a:lnTo>
                    <a:cubicBezTo>
                      <a:pt x="5121" y="7299"/>
                      <a:pt x="5073" y="7287"/>
                      <a:pt x="5037" y="7287"/>
                    </a:cubicBezTo>
                    <a:cubicBezTo>
                      <a:pt x="4990" y="7287"/>
                      <a:pt x="4942" y="7299"/>
                      <a:pt x="4918" y="7335"/>
                    </a:cubicBezTo>
                    <a:lnTo>
                      <a:pt x="2656" y="9597"/>
                    </a:lnTo>
                    <a:cubicBezTo>
                      <a:pt x="2608" y="9633"/>
                      <a:pt x="2537" y="9669"/>
                      <a:pt x="2454" y="9669"/>
                    </a:cubicBezTo>
                    <a:cubicBezTo>
                      <a:pt x="2382" y="9669"/>
                      <a:pt x="2323" y="9633"/>
                      <a:pt x="2263" y="9597"/>
                    </a:cubicBezTo>
                    <a:lnTo>
                      <a:pt x="453" y="7776"/>
                    </a:lnTo>
                    <a:cubicBezTo>
                      <a:pt x="346" y="7668"/>
                      <a:pt x="346" y="7490"/>
                      <a:pt x="453" y="7395"/>
                    </a:cubicBezTo>
                    <a:lnTo>
                      <a:pt x="2716" y="5132"/>
                    </a:lnTo>
                    <a:cubicBezTo>
                      <a:pt x="2739" y="5097"/>
                      <a:pt x="2751" y="5049"/>
                      <a:pt x="2751" y="5013"/>
                    </a:cubicBezTo>
                    <a:cubicBezTo>
                      <a:pt x="2751" y="4966"/>
                      <a:pt x="2739" y="4918"/>
                      <a:pt x="2716" y="4894"/>
                    </a:cubicBezTo>
                    <a:lnTo>
                      <a:pt x="453" y="2632"/>
                    </a:lnTo>
                    <a:cubicBezTo>
                      <a:pt x="346" y="2525"/>
                      <a:pt x="346" y="2346"/>
                      <a:pt x="453" y="2239"/>
                    </a:cubicBezTo>
                    <a:lnTo>
                      <a:pt x="2263" y="417"/>
                    </a:lnTo>
                    <a:cubicBezTo>
                      <a:pt x="2311" y="382"/>
                      <a:pt x="2382" y="346"/>
                      <a:pt x="2454" y="346"/>
                    </a:cubicBezTo>
                    <a:cubicBezTo>
                      <a:pt x="2537" y="346"/>
                      <a:pt x="2597" y="382"/>
                      <a:pt x="2656" y="417"/>
                    </a:cubicBezTo>
                    <a:lnTo>
                      <a:pt x="3168" y="941"/>
                    </a:lnTo>
                    <a:cubicBezTo>
                      <a:pt x="3198" y="971"/>
                      <a:pt x="3239" y="986"/>
                      <a:pt x="3283" y="986"/>
                    </a:cubicBezTo>
                    <a:cubicBezTo>
                      <a:pt x="3326" y="986"/>
                      <a:pt x="3370" y="971"/>
                      <a:pt x="3406" y="941"/>
                    </a:cubicBezTo>
                    <a:cubicBezTo>
                      <a:pt x="3466" y="882"/>
                      <a:pt x="3466" y="775"/>
                      <a:pt x="3406" y="703"/>
                    </a:cubicBezTo>
                    <a:lnTo>
                      <a:pt x="2882" y="179"/>
                    </a:lnTo>
                    <a:cubicBezTo>
                      <a:pt x="2775" y="60"/>
                      <a:pt x="2620" y="1"/>
                      <a:pt x="2477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26" name="Google Shape;8326;p58"/>
              <p:cNvSpPr/>
              <p:nvPr/>
            </p:nvSpPr>
            <p:spPr>
              <a:xfrm>
                <a:off x="1841579" y="3655090"/>
                <a:ext cx="41351" cy="64313"/>
              </a:xfrm>
              <a:custGeom>
                <a:rect l="l" t="t" r="r" b="b"/>
                <a:pathLst>
                  <a:path w="6430" h="10002" extrusionOk="0">
                    <a:moveTo>
                      <a:pt x="4025" y="0"/>
                    </a:moveTo>
                    <a:cubicBezTo>
                      <a:pt x="3870" y="0"/>
                      <a:pt x="3704" y="60"/>
                      <a:pt x="3608" y="179"/>
                    </a:cubicBezTo>
                    <a:lnTo>
                      <a:pt x="1465" y="2322"/>
                    </a:lnTo>
                    <a:lnTo>
                      <a:pt x="299" y="1167"/>
                    </a:lnTo>
                    <a:cubicBezTo>
                      <a:pt x="269" y="1138"/>
                      <a:pt x="227" y="1123"/>
                      <a:pt x="184" y="1123"/>
                    </a:cubicBezTo>
                    <a:cubicBezTo>
                      <a:pt x="141" y="1123"/>
                      <a:pt x="96" y="1138"/>
                      <a:pt x="60" y="1167"/>
                    </a:cubicBezTo>
                    <a:cubicBezTo>
                      <a:pt x="1" y="1227"/>
                      <a:pt x="1" y="1322"/>
                      <a:pt x="60" y="1405"/>
                    </a:cubicBezTo>
                    <a:lnTo>
                      <a:pt x="1346" y="2679"/>
                    </a:lnTo>
                    <a:cubicBezTo>
                      <a:pt x="1370" y="2715"/>
                      <a:pt x="1418" y="2727"/>
                      <a:pt x="1465" y="2727"/>
                    </a:cubicBezTo>
                    <a:cubicBezTo>
                      <a:pt x="1501" y="2727"/>
                      <a:pt x="1549" y="2715"/>
                      <a:pt x="1584" y="2679"/>
                    </a:cubicBezTo>
                    <a:lnTo>
                      <a:pt x="3847" y="417"/>
                    </a:lnTo>
                    <a:cubicBezTo>
                      <a:pt x="3882" y="370"/>
                      <a:pt x="3966" y="346"/>
                      <a:pt x="4037" y="346"/>
                    </a:cubicBezTo>
                    <a:cubicBezTo>
                      <a:pt x="4109" y="346"/>
                      <a:pt x="4168" y="370"/>
                      <a:pt x="4228" y="417"/>
                    </a:cubicBezTo>
                    <a:lnTo>
                      <a:pt x="6049" y="2239"/>
                    </a:lnTo>
                    <a:cubicBezTo>
                      <a:pt x="6085" y="2275"/>
                      <a:pt x="6121" y="2358"/>
                      <a:pt x="6121" y="2429"/>
                    </a:cubicBezTo>
                    <a:cubicBezTo>
                      <a:pt x="6121" y="2501"/>
                      <a:pt x="6085" y="2560"/>
                      <a:pt x="6049" y="2620"/>
                    </a:cubicBezTo>
                    <a:lnTo>
                      <a:pt x="3775" y="4882"/>
                    </a:lnTo>
                    <a:cubicBezTo>
                      <a:pt x="3716" y="4942"/>
                      <a:pt x="3716" y="5049"/>
                      <a:pt x="3775" y="5120"/>
                    </a:cubicBezTo>
                    <a:lnTo>
                      <a:pt x="6049" y="7382"/>
                    </a:lnTo>
                    <a:cubicBezTo>
                      <a:pt x="6085" y="7430"/>
                      <a:pt x="6121" y="7501"/>
                      <a:pt x="6121" y="7573"/>
                    </a:cubicBezTo>
                    <a:cubicBezTo>
                      <a:pt x="6121" y="7656"/>
                      <a:pt x="6085" y="7716"/>
                      <a:pt x="6049" y="7775"/>
                    </a:cubicBezTo>
                    <a:lnTo>
                      <a:pt x="4228" y="9585"/>
                    </a:lnTo>
                    <a:cubicBezTo>
                      <a:pt x="4174" y="9639"/>
                      <a:pt x="4103" y="9665"/>
                      <a:pt x="4033" y="9665"/>
                    </a:cubicBezTo>
                    <a:cubicBezTo>
                      <a:pt x="3963" y="9665"/>
                      <a:pt x="3894" y="9639"/>
                      <a:pt x="3847" y="9585"/>
                    </a:cubicBezTo>
                    <a:lnTo>
                      <a:pt x="2989" y="8740"/>
                    </a:lnTo>
                    <a:cubicBezTo>
                      <a:pt x="2960" y="8710"/>
                      <a:pt x="2921" y="8695"/>
                      <a:pt x="2879" y="8695"/>
                    </a:cubicBezTo>
                    <a:cubicBezTo>
                      <a:pt x="2838" y="8695"/>
                      <a:pt x="2793" y="8710"/>
                      <a:pt x="2751" y="8740"/>
                    </a:cubicBezTo>
                    <a:cubicBezTo>
                      <a:pt x="2692" y="8799"/>
                      <a:pt x="2692" y="8906"/>
                      <a:pt x="2751" y="8978"/>
                    </a:cubicBezTo>
                    <a:lnTo>
                      <a:pt x="3608" y="9823"/>
                    </a:lnTo>
                    <a:cubicBezTo>
                      <a:pt x="3728" y="9942"/>
                      <a:pt x="3870" y="10002"/>
                      <a:pt x="4025" y="10002"/>
                    </a:cubicBezTo>
                    <a:cubicBezTo>
                      <a:pt x="4168" y="10002"/>
                      <a:pt x="4335" y="9942"/>
                      <a:pt x="4442" y="9823"/>
                    </a:cubicBezTo>
                    <a:lnTo>
                      <a:pt x="6252" y="8013"/>
                    </a:lnTo>
                    <a:cubicBezTo>
                      <a:pt x="6371" y="7894"/>
                      <a:pt x="6430" y="7740"/>
                      <a:pt x="6430" y="7597"/>
                    </a:cubicBezTo>
                    <a:cubicBezTo>
                      <a:pt x="6430" y="7430"/>
                      <a:pt x="6371" y="7275"/>
                      <a:pt x="6252" y="7180"/>
                    </a:cubicBezTo>
                    <a:lnTo>
                      <a:pt x="4109" y="4977"/>
                    </a:lnTo>
                    <a:lnTo>
                      <a:pt x="6252" y="2834"/>
                    </a:lnTo>
                    <a:cubicBezTo>
                      <a:pt x="6371" y="2715"/>
                      <a:pt x="6430" y="2560"/>
                      <a:pt x="6430" y="2417"/>
                    </a:cubicBezTo>
                    <a:cubicBezTo>
                      <a:pt x="6430" y="2251"/>
                      <a:pt x="6371" y="2096"/>
                      <a:pt x="6252" y="2001"/>
                    </a:cubicBezTo>
                    <a:lnTo>
                      <a:pt x="4442" y="179"/>
                    </a:lnTo>
                    <a:cubicBezTo>
                      <a:pt x="4323" y="60"/>
                      <a:pt x="4168" y="0"/>
                      <a:pt x="402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27" name="Google Shape;8327;p58"/>
              <p:cNvSpPr/>
              <p:nvPr/>
            </p:nvSpPr>
            <p:spPr>
              <a:xfrm>
                <a:off x="1818610" y="3654858"/>
                <a:ext cx="39512" cy="64165"/>
              </a:xfrm>
              <a:custGeom>
                <a:rect l="l" t="t" r="r" b="b"/>
                <a:pathLst>
                  <a:path w="6145" h="9979" extrusionOk="0">
                    <a:moveTo>
                      <a:pt x="2477" y="1"/>
                    </a:moveTo>
                    <a:cubicBezTo>
                      <a:pt x="2311" y="1"/>
                      <a:pt x="2156" y="60"/>
                      <a:pt x="2061" y="179"/>
                    </a:cubicBezTo>
                    <a:lnTo>
                      <a:pt x="239" y="2001"/>
                    </a:lnTo>
                    <a:cubicBezTo>
                      <a:pt x="1" y="2239"/>
                      <a:pt x="1" y="2608"/>
                      <a:pt x="239" y="2846"/>
                    </a:cubicBezTo>
                    <a:lnTo>
                      <a:pt x="2382" y="4989"/>
                    </a:lnTo>
                    <a:lnTo>
                      <a:pt x="239" y="7133"/>
                    </a:lnTo>
                    <a:cubicBezTo>
                      <a:pt x="1" y="7371"/>
                      <a:pt x="1" y="7752"/>
                      <a:pt x="239" y="7990"/>
                    </a:cubicBezTo>
                    <a:lnTo>
                      <a:pt x="2061" y="9800"/>
                    </a:lnTo>
                    <a:cubicBezTo>
                      <a:pt x="2180" y="9919"/>
                      <a:pt x="2323" y="9978"/>
                      <a:pt x="2477" y="9978"/>
                    </a:cubicBezTo>
                    <a:cubicBezTo>
                      <a:pt x="2620" y="9978"/>
                      <a:pt x="2787" y="9919"/>
                      <a:pt x="2882" y="9800"/>
                    </a:cubicBezTo>
                    <a:lnTo>
                      <a:pt x="5037" y="7656"/>
                    </a:lnTo>
                    <a:lnTo>
                      <a:pt x="5859" y="8490"/>
                    </a:lnTo>
                    <a:cubicBezTo>
                      <a:pt x="5895" y="8520"/>
                      <a:pt x="5936" y="8535"/>
                      <a:pt x="5978" y="8535"/>
                    </a:cubicBezTo>
                    <a:cubicBezTo>
                      <a:pt x="6020" y="8535"/>
                      <a:pt x="6061" y="8520"/>
                      <a:pt x="6097" y="8490"/>
                    </a:cubicBezTo>
                    <a:cubicBezTo>
                      <a:pt x="6145" y="8430"/>
                      <a:pt x="6145" y="8323"/>
                      <a:pt x="6085" y="8264"/>
                    </a:cubicBezTo>
                    <a:lnTo>
                      <a:pt x="5156" y="7335"/>
                    </a:lnTo>
                    <a:cubicBezTo>
                      <a:pt x="5121" y="7299"/>
                      <a:pt x="5073" y="7287"/>
                      <a:pt x="5037" y="7287"/>
                    </a:cubicBezTo>
                    <a:cubicBezTo>
                      <a:pt x="4990" y="7287"/>
                      <a:pt x="4942" y="7299"/>
                      <a:pt x="4918" y="7335"/>
                    </a:cubicBezTo>
                    <a:lnTo>
                      <a:pt x="2656" y="9597"/>
                    </a:lnTo>
                    <a:cubicBezTo>
                      <a:pt x="2608" y="9633"/>
                      <a:pt x="2537" y="9669"/>
                      <a:pt x="2454" y="9669"/>
                    </a:cubicBezTo>
                    <a:cubicBezTo>
                      <a:pt x="2382" y="9669"/>
                      <a:pt x="2323" y="9633"/>
                      <a:pt x="2263" y="9597"/>
                    </a:cubicBezTo>
                    <a:lnTo>
                      <a:pt x="453" y="7776"/>
                    </a:lnTo>
                    <a:cubicBezTo>
                      <a:pt x="346" y="7668"/>
                      <a:pt x="346" y="7490"/>
                      <a:pt x="453" y="7395"/>
                    </a:cubicBezTo>
                    <a:lnTo>
                      <a:pt x="2716" y="5132"/>
                    </a:lnTo>
                    <a:cubicBezTo>
                      <a:pt x="2739" y="5097"/>
                      <a:pt x="2751" y="5049"/>
                      <a:pt x="2751" y="5013"/>
                    </a:cubicBezTo>
                    <a:cubicBezTo>
                      <a:pt x="2751" y="4966"/>
                      <a:pt x="2739" y="4918"/>
                      <a:pt x="2716" y="4894"/>
                    </a:cubicBezTo>
                    <a:lnTo>
                      <a:pt x="453" y="2632"/>
                    </a:lnTo>
                    <a:cubicBezTo>
                      <a:pt x="346" y="2525"/>
                      <a:pt x="346" y="2346"/>
                      <a:pt x="453" y="2239"/>
                    </a:cubicBezTo>
                    <a:lnTo>
                      <a:pt x="2263" y="417"/>
                    </a:lnTo>
                    <a:cubicBezTo>
                      <a:pt x="2311" y="382"/>
                      <a:pt x="2382" y="346"/>
                      <a:pt x="2454" y="346"/>
                    </a:cubicBezTo>
                    <a:cubicBezTo>
                      <a:pt x="2537" y="346"/>
                      <a:pt x="2597" y="382"/>
                      <a:pt x="2656" y="417"/>
                    </a:cubicBezTo>
                    <a:lnTo>
                      <a:pt x="3168" y="941"/>
                    </a:lnTo>
                    <a:cubicBezTo>
                      <a:pt x="3198" y="971"/>
                      <a:pt x="3239" y="986"/>
                      <a:pt x="3283" y="986"/>
                    </a:cubicBezTo>
                    <a:cubicBezTo>
                      <a:pt x="3326" y="986"/>
                      <a:pt x="3370" y="971"/>
                      <a:pt x="3406" y="941"/>
                    </a:cubicBezTo>
                    <a:cubicBezTo>
                      <a:pt x="3466" y="882"/>
                      <a:pt x="3466" y="775"/>
                      <a:pt x="3406" y="703"/>
                    </a:cubicBezTo>
                    <a:lnTo>
                      <a:pt x="2882" y="179"/>
                    </a:lnTo>
                    <a:cubicBezTo>
                      <a:pt x="2775" y="60"/>
                      <a:pt x="2620" y="1"/>
                      <a:pt x="2477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28" name="Google Shape;8328;p58"/>
              <p:cNvSpPr/>
              <p:nvPr/>
            </p:nvSpPr>
            <p:spPr>
              <a:xfrm>
                <a:off x="2172491" y="4031425"/>
                <a:ext cx="60030" cy="35796"/>
              </a:xfrm>
              <a:custGeom>
                <a:rect l="l" t="t" r="r" b="b"/>
                <a:pathLst>
                  <a:path w="9336" h="5567" extrusionOk="0">
                    <a:moveTo>
                      <a:pt x="1876" y="0"/>
                    </a:moveTo>
                    <a:cubicBezTo>
                      <a:pt x="1831" y="0"/>
                      <a:pt x="1787" y="18"/>
                      <a:pt x="1751" y="54"/>
                    </a:cubicBezTo>
                    <a:lnTo>
                      <a:pt x="84" y="1721"/>
                    </a:lnTo>
                    <a:cubicBezTo>
                      <a:pt x="1" y="1804"/>
                      <a:pt x="1" y="1899"/>
                      <a:pt x="84" y="1983"/>
                    </a:cubicBezTo>
                    <a:lnTo>
                      <a:pt x="3263" y="5162"/>
                    </a:lnTo>
                    <a:cubicBezTo>
                      <a:pt x="3513" y="5412"/>
                      <a:pt x="3858" y="5566"/>
                      <a:pt x="4215" y="5566"/>
                    </a:cubicBezTo>
                    <a:cubicBezTo>
                      <a:pt x="4573" y="5566"/>
                      <a:pt x="4918" y="5435"/>
                      <a:pt x="5168" y="5162"/>
                    </a:cubicBezTo>
                    <a:lnTo>
                      <a:pt x="9252" y="1090"/>
                    </a:lnTo>
                    <a:cubicBezTo>
                      <a:pt x="9335" y="1006"/>
                      <a:pt x="9335" y="887"/>
                      <a:pt x="9276" y="828"/>
                    </a:cubicBezTo>
                    <a:cubicBezTo>
                      <a:pt x="9240" y="792"/>
                      <a:pt x="9195" y="774"/>
                      <a:pt x="9151" y="774"/>
                    </a:cubicBezTo>
                    <a:cubicBezTo>
                      <a:pt x="9106" y="774"/>
                      <a:pt x="9061" y="792"/>
                      <a:pt x="9026" y="828"/>
                    </a:cubicBezTo>
                    <a:lnTo>
                      <a:pt x="4942" y="4912"/>
                    </a:lnTo>
                    <a:cubicBezTo>
                      <a:pt x="4751" y="5102"/>
                      <a:pt x="4501" y="5209"/>
                      <a:pt x="4227" y="5209"/>
                    </a:cubicBezTo>
                    <a:cubicBezTo>
                      <a:pt x="3965" y="5209"/>
                      <a:pt x="3715" y="5102"/>
                      <a:pt x="3513" y="4912"/>
                    </a:cubicBezTo>
                    <a:lnTo>
                      <a:pt x="453" y="1840"/>
                    </a:lnTo>
                    <a:lnTo>
                      <a:pt x="1870" y="435"/>
                    </a:lnTo>
                    <a:lnTo>
                      <a:pt x="2370" y="935"/>
                    </a:lnTo>
                    <a:cubicBezTo>
                      <a:pt x="2406" y="971"/>
                      <a:pt x="2450" y="988"/>
                      <a:pt x="2495" y="988"/>
                    </a:cubicBezTo>
                    <a:cubicBezTo>
                      <a:pt x="2540" y="988"/>
                      <a:pt x="2584" y="971"/>
                      <a:pt x="2620" y="935"/>
                    </a:cubicBezTo>
                    <a:cubicBezTo>
                      <a:pt x="2703" y="863"/>
                      <a:pt x="2703" y="756"/>
                      <a:pt x="2620" y="685"/>
                    </a:cubicBezTo>
                    <a:lnTo>
                      <a:pt x="2001" y="54"/>
                    </a:lnTo>
                    <a:cubicBezTo>
                      <a:pt x="1965" y="18"/>
                      <a:pt x="1920" y="0"/>
                      <a:pt x="1876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29" name="Google Shape;8329;p58"/>
              <p:cNvSpPr/>
              <p:nvPr/>
            </p:nvSpPr>
            <p:spPr>
              <a:xfrm>
                <a:off x="2190406" y="4013433"/>
                <a:ext cx="54211" cy="34568"/>
              </a:xfrm>
              <a:custGeom>
                <a:rect l="l" t="t" r="r" b="b"/>
                <a:pathLst>
                  <a:path w="8431" h="5376" extrusionOk="0">
                    <a:moveTo>
                      <a:pt x="6585" y="0"/>
                    </a:moveTo>
                    <a:cubicBezTo>
                      <a:pt x="6540" y="0"/>
                      <a:pt x="6495" y="18"/>
                      <a:pt x="6454" y="54"/>
                    </a:cubicBezTo>
                    <a:lnTo>
                      <a:pt x="1548" y="4971"/>
                    </a:lnTo>
                    <a:cubicBezTo>
                      <a:pt x="1513" y="4995"/>
                      <a:pt x="1477" y="5007"/>
                      <a:pt x="1429" y="5007"/>
                    </a:cubicBezTo>
                    <a:cubicBezTo>
                      <a:pt x="1382" y="5007"/>
                      <a:pt x="1346" y="4995"/>
                      <a:pt x="1310" y="4971"/>
                    </a:cubicBezTo>
                    <a:lnTo>
                      <a:pt x="334" y="3983"/>
                    </a:lnTo>
                    <a:cubicBezTo>
                      <a:pt x="292" y="3947"/>
                      <a:pt x="248" y="3929"/>
                      <a:pt x="203" y="3929"/>
                    </a:cubicBezTo>
                    <a:cubicBezTo>
                      <a:pt x="158" y="3929"/>
                      <a:pt x="114" y="3947"/>
                      <a:pt x="72" y="3983"/>
                    </a:cubicBezTo>
                    <a:cubicBezTo>
                      <a:pt x="1" y="4054"/>
                      <a:pt x="1" y="4161"/>
                      <a:pt x="72" y="4245"/>
                    </a:cubicBezTo>
                    <a:lnTo>
                      <a:pt x="1060" y="5221"/>
                    </a:lnTo>
                    <a:cubicBezTo>
                      <a:pt x="1156" y="5328"/>
                      <a:pt x="1275" y="5376"/>
                      <a:pt x="1417" y="5376"/>
                    </a:cubicBezTo>
                    <a:cubicBezTo>
                      <a:pt x="1548" y="5376"/>
                      <a:pt x="1679" y="5316"/>
                      <a:pt x="1775" y="5221"/>
                    </a:cubicBezTo>
                    <a:lnTo>
                      <a:pt x="6549" y="447"/>
                    </a:lnTo>
                    <a:lnTo>
                      <a:pt x="7966" y="1852"/>
                    </a:lnTo>
                    <a:lnTo>
                      <a:pt x="6704" y="3126"/>
                    </a:lnTo>
                    <a:cubicBezTo>
                      <a:pt x="6621" y="3197"/>
                      <a:pt x="6621" y="3304"/>
                      <a:pt x="6704" y="3376"/>
                    </a:cubicBezTo>
                    <a:cubicBezTo>
                      <a:pt x="6740" y="3411"/>
                      <a:pt x="6784" y="3429"/>
                      <a:pt x="6829" y="3429"/>
                    </a:cubicBezTo>
                    <a:cubicBezTo>
                      <a:pt x="6874" y="3429"/>
                      <a:pt x="6918" y="3411"/>
                      <a:pt x="6954" y="3376"/>
                    </a:cubicBezTo>
                    <a:lnTo>
                      <a:pt x="8347" y="1983"/>
                    </a:lnTo>
                    <a:cubicBezTo>
                      <a:pt x="8383" y="1947"/>
                      <a:pt x="8395" y="1899"/>
                      <a:pt x="8395" y="1864"/>
                    </a:cubicBezTo>
                    <a:cubicBezTo>
                      <a:pt x="8430" y="1816"/>
                      <a:pt x="8406" y="1768"/>
                      <a:pt x="8383" y="1721"/>
                    </a:cubicBezTo>
                    <a:lnTo>
                      <a:pt x="6716" y="54"/>
                    </a:lnTo>
                    <a:cubicBezTo>
                      <a:pt x="6674" y="18"/>
                      <a:pt x="6629" y="0"/>
                      <a:pt x="658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30" name="Google Shape;8330;p58"/>
              <p:cNvSpPr/>
              <p:nvPr/>
            </p:nvSpPr>
            <p:spPr>
              <a:xfrm>
                <a:off x="2194889" y="3655090"/>
                <a:ext cx="41351" cy="64313"/>
              </a:xfrm>
              <a:custGeom>
                <a:rect l="l" t="t" r="r" b="b"/>
                <a:pathLst>
                  <a:path w="6430" h="10002" extrusionOk="0">
                    <a:moveTo>
                      <a:pt x="4025" y="0"/>
                    </a:moveTo>
                    <a:cubicBezTo>
                      <a:pt x="3870" y="0"/>
                      <a:pt x="3704" y="60"/>
                      <a:pt x="3608" y="179"/>
                    </a:cubicBezTo>
                    <a:lnTo>
                      <a:pt x="1465" y="2322"/>
                    </a:lnTo>
                    <a:lnTo>
                      <a:pt x="299" y="1167"/>
                    </a:lnTo>
                    <a:cubicBezTo>
                      <a:pt x="269" y="1138"/>
                      <a:pt x="227" y="1123"/>
                      <a:pt x="184" y="1123"/>
                    </a:cubicBezTo>
                    <a:cubicBezTo>
                      <a:pt x="141" y="1123"/>
                      <a:pt x="96" y="1138"/>
                      <a:pt x="60" y="1167"/>
                    </a:cubicBezTo>
                    <a:cubicBezTo>
                      <a:pt x="1" y="1227"/>
                      <a:pt x="1" y="1322"/>
                      <a:pt x="60" y="1405"/>
                    </a:cubicBezTo>
                    <a:lnTo>
                      <a:pt x="1346" y="2679"/>
                    </a:lnTo>
                    <a:cubicBezTo>
                      <a:pt x="1370" y="2715"/>
                      <a:pt x="1418" y="2727"/>
                      <a:pt x="1465" y="2727"/>
                    </a:cubicBezTo>
                    <a:cubicBezTo>
                      <a:pt x="1501" y="2727"/>
                      <a:pt x="1549" y="2715"/>
                      <a:pt x="1584" y="2679"/>
                    </a:cubicBezTo>
                    <a:lnTo>
                      <a:pt x="3847" y="417"/>
                    </a:lnTo>
                    <a:cubicBezTo>
                      <a:pt x="3882" y="370"/>
                      <a:pt x="3966" y="346"/>
                      <a:pt x="4037" y="346"/>
                    </a:cubicBezTo>
                    <a:cubicBezTo>
                      <a:pt x="4109" y="346"/>
                      <a:pt x="4168" y="370"/>
                      <a:pt x="4228" y="417"/>
                    </a:cubicBezTo>
                    <a:lnTo>
                      <a:pt x="6049" y="2239"/>
                    </a:lnTo>
                    <a:cubicBezTo>
                      <a:pt x="6085" y="2275"/>
                      <a:pt x="6121" y="2358"/>
                      <a:pt x="6121" y="2429"/>
                    </a:cubicBezTo>
                    <a:cubicBezTo>
                      <a:pt x="6121" y="2501"/>
                      <a:pt x="6085" y="2560"/>
                      <a:pt x="6049" y="2620"/>
                    </a:cubicBezTo>
                    <a:lnTo>
                      <a:pt x="3775" y="4882"/>
                    </a:lnTo>
                    <a:cubicBezTo>
                      <a:pt x="3716" y="4942"/>
                      <a:pt x="3716" y="5049"/>
                      <a:pt x="3775" y="5120"/>
                    </a:cubicBezTo>
                    <a:lnTo>
                      <a:pt x="6049" y="7382"/>
                    </a:lnTo>
                    <a:cubicBezTo>
                      <a:pt x="6085" y="7430"/>
                      <a:pt x="6121" y="7501"/>
                      <a:pt x="6121" y="7573"/>
                    </a:cubicBezTo>
                    <a:cubicBezTo>
                      <a:pt x="6121" y="7656"/>
                      <a:pt x="6085" y="7716"/>
                      <a:pt x="6049" y="7775"/>
                    </a:cubicBezTo>
                    <a:lnTo>
                      <a:pt x="4228" y="9585"/>
                    </a:lnTo>
                    <a:cubicBezTo>
                      <a:pt x="4174" y="9639"/>
                      <a:pt x="4103" y="9665"/>
                      <a:pt x="4033" y="9665"/>
                    </a:cubicBezTo>
                    <a:cubicBezTo>
                      <a:pt x="3963" y="9665"/>
                      <a:pt x="3894" y="9639"/>
                      <a:pt x="3847" y="9585"/>
                    </a:cubicBezTo>
                    <a:lnTo>
                      <a:pt x="2989" y="8740"/>
                    </a:lnTo>
                    <a:cubicBezTo>
                      <a:pt x="2960" y="8710"/>
                      <a:pt x="2921" y="8695"/>
                      <a:pt x="2879" y="8695"/>
                    </a:cubicBezTo>
                    <a:cubicBezTo>
                      <a:pt x="2838" y="8695"/>
                      <a:pt x="2793" y="8710"/>
                      <a:pt x="2751" y="8740"/>
                    </a:cubicBezTo>
                    <a:cubicBezTo>
                      <a:pt x="2692" y="8799"/>
                      <a:pt x="2692" y="8906"/>
                      <a:pt x="2751" y="8978"/>
                    </a:cubicBezTo>
                    <a:lnTo>
                      <a:pt x="3608" y="9823"/>
                    </a:lnTo>
                    <a:cubicBezTo>
                      <a:pt x="3728" y="9942"/>
                      <a:pt x="3870" y="10002"/>
                      <a:pt x="4025" y="10002"/>
                    </a:cubicBezTo>
                    <a:cubicBezTo>
                      <a:pt x="4168" y="10002"/>
                      <a:pt x="4335" y="9942"/>
                      <a:pt x="4442" y="9823"/>
                    </a:cubicBezTo>
                    <a:lnTo>
                      <a:pt x="6252" y="8013"/>
                    </a:lnTo>
                    <a:cubicBezTo>
                      <a:pt x="6371" y="7894"/>
                      <a:pt x="6430" y="7740"/>
                      <a:pt x="6430" y="7597"/>
                    </a:cubicBezTo>
                    <a:cubicBezTo>
                      <a:pt x="6430" y="7430"/>
                      <a:pt x="6371" y="7275"/>
                      <a:pt x="6252" y="7180"/>
                    </a:cubicBezTo>
                    <a:lnTo>
                      <a:pt x="4109" y="4977"/>
                    </a:lnTo>
                    <a:lnTo>
                      <a:pt x="6252" y="2834"/>
                    </a:lnTo>
                    <a:cubicBezTo>
                      <a:pt x="6371" y="2715"/>
                      <a:pt x="6430" y="2560"/>
                      <a:pt x="6430" y="2417"/>
                    </a:cubicBezTo>
                    <a:cubicBezTo>
                      <a:pt x="6430" y="2251"/>
                      <a:pt x="6371" y="2096"/>
                      <a:pt x="6252" y="2001"/>
                    </a:cubicBezTo>
                    <a:lnTo>
                      <a:pt x="4442" y="179"/>
                    </a:lnTo>
                    <a:cubicBezTo>
                      <a:pt x="4323" y="60"/>
                      <a:pt x="4168" y="0"/>
                      <a:pt x="402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31" name="Google Shape;8331;p58"/>
              <p:cNvSpPr/>
              <p:nvPr/>
            </p:nvSpPr>
            <p:spPr>
              <a:xfrm>
                <a:off x="2171920" y="3654858"/>
                <a:ext cx="39512" cy="64165"/>
              </a:xfrm>
              <a:custGeom>
                <a:rect l="l" t="t" r="r" b="b"/>
                <a:pathLst>
                  <a:path w="6145" h="9979" extrusionOk="0">
                    <a:moveTo>
                      <a:pt x="2477" y="1"/>
                    </a:moveTo>
                    <a:cubicBezTo>
                      <a:pt x="2311" y="1"/>
                      <a:pt x="2156" y="60"/>
                      <a:pt x="2061" y="179"/>
                    </a:cubicBezTo>
                    <a:lnTo>
                      <a:pt x="239" y="2001"/>
                    </a:lnTo>
                    <a:cubicBezTo>
                      <a:pt x="1" y="2239"/>
                      <a:pt x="1" y="2608"/>
                      <a:pt x="239" y="2846"/>
                    </a:cubicBezTo>
                    <a:lnTo>
                      <a:pt x="2382" y="4989"/>
                    </a:lnTo>
                    <a:lnTo>
                      <a:pt x="239" y="7133"/>
                    </a:lnTo>
                    <a:cubicBezTo>
                      <a:pt x="1" y="7371"/>
                      <a:pt x="1" y="7752"/>
                      <a:pt x="239" y="7990"/>
                    </a:cubicBezTo>
                    <a:lnTo>
                      <a:pt x="2061" y="9800"/>
                    </a:lnTo>
                    <a:cubicBezTo>
                      <a:pt x="2180" y="9919"/>
                      <a:pt x="2323" y="9978"/>
                      <a:pt x="2477" y="9978"/>
                    </a:cubicBezTo>
                    <a:cubicBezTo>
                      <a:pt x="2620" y="9978"/>
                      <a:pt x="2787" y="9919"/>
                      <a:pt x="2882" y="9800"/>
                    </a:cubicBezTo>
                    <a:lnTo>
                      <a:pt x="5037" y="7656"/>
                    </a:lnTo>
                    <a:lnTo>
                      <a:pt x="5859" y="8490"/>
                    </a:lnTo>
                    <a:cubicBezTo>
                      <a:pt x="5895" y="8520"/>
                      <a:pt x="5936" y="8535"/>
                      <a:pt x="5978" y="8535"/>
                    </a:cubicBezTo>
                    <a:cubicBezTo>
                      <a:pt x="6020" y="8535"/>
                      <a:pt x="6061" y="8520"/>
                      <a:pt x="6097" y="8490"/>
                    </a:cubicBezTo>
                    <a:cubicBezTo>
                      <a:pt x="6145" y="8430"/>
                      <a:pt x="6145" y="8323"/>
                      <a:pt x="6085" y="8264"/>
                    </a:cubicBezTo>
                    <a:lnTo>
                      <a:pt x="5156" y="7335"/>
                    </a:lnTo>
                    <a:cubicBezTo>
                      <a:pt x="5121" y="7299"/>
                      <a:pt x="5073" y="7287"/>
                      <a:pt x="5037" y="7287"/>
                    </a:cubicBezTo>
                    <a:cubicBezTo>
                      <a:pt x="4990" y="7287"/>
                      <a:pt x="4942" y="7299"/>
                      <a:pt x="4918" y="7335"/>
                    </a:cubicBezTo>
                    <a:lnTo>
                      <a:pt x="2656" y="9597"/>
                    </a:lnTo>
                    <a:cubicBezTo>
                      <a:pt x="2608" y="9633"/>
                      <a:pt x="2537" y="9669"/>
                      <a:pt x="2454" y="9669"/>
                    </a:cubicBezTo>
                    <a:cubicBezTo>
                      <a:pt x="2382" y="9669"/>
                      <a:pt x="2323" y="9633"/>
                      <a:pt x="2263" y="9597"/>
                    </a:cubicBezTo>
                    <a:lnTo>
                      <a:pt x="453" y="7776"/>
                    </a:lnTo>
                    <a:cubicBezTo>
                      <a:pt x="346" y="7668"/>
                      <a:pt x="346" y="7490"/>
                      <a:pt x="453" y="7395"/>
                    </a:cubicBezTo>
                    <a:lnTo>
                      <a:pt x="2716" y="5132"/>
                    </a:lnTo>
                    <a:cubicBezTo>
                      <a:pt x="2739" y="5097"/>
                      <a:pt x="2751" y="5049"/>
                      <a:pt x="2751" y="5013"/>
                    </a:cubicBezTo>
                    <a:cubicBezTo>
                      <a:pt x="2751" y="4966"/>
                      <a:pt x="2739" y="4918"/>
                      <a:pt x="2716" y="4894"/>
                    </a:cubicBezTo>
                    <a:lnTo>
                      <a:pt x="453" y="2632"/>
                    </a:lnTo>
                    <a:cubicBezTo>
                      <a:pt x="346" y="2525"/>
                      <a:pt x="346" y="2346"/>
                      <a:pt x="453" y="2239"/>
                    </a:cubicBezTo>
                    <a:lnTo>
                      <a:pt x="2263" y="417"/>
                    </a:lnTo>
                    <a:cubicBezTo>
                      <a:pt x="2311" y="382"/>
                      <a:pt x="2382" y="346"/>
                      <a:pt x="2454" y="346"/>
                    </a:cubicBezTo>
                    <a:cubicBezTo>
                      <a:pt x="2537" y="346"/>
                      <a:pt x="2597" y="382"/>
                      <a:pt x="2656" y="417"/>
                    </a:cubicBezTo>
                    <a:lnTo>
                      <a:pt x="3168" y="941"/>
                    </a:lnTo>
                    <a:cubicBezTo>
                      <a:pt x="3198" y="971"/>
                      <a:pt x="3239" y="986"/>
                      <a:pt x="3283" y="986"/>
                    </a:cubicBezTo>
                    <a:cubicBezTo>
                      <a:pt x="3326" y="986"/>
                      <a:pt x="3370" y="971"/>
                      <a:pt x="3406" y="941"/>
                    </a:cubicBezTo>
                    <a:cubicBezTo>
                      <a:pt x="3466" y="882"/>
                      <a:pt x="3466" y="775"/>
                      <a:pt x="3406" y="703"/>
                    </a:cubicBezTo>
                    <a:lnTo>
                      <a:pt x="2882" y="179"/>
                    </a:lnTo>
                    <a:cubicBezTo>
                      <a:pt x="2775" y="60"/>
                      <a:pt x="2620" y="1"/>
                      <a:pt x="2477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32" name="Google Shape;8332;p58"/>
              <p:cNvSpPr/>
              <p:nvPr/>
            </p:nvSpPr>
            <p:spPr>
              <a:xfrm>
                <a:off x="2874730" y="3687620"/>
                <a:ext cx="60030" cy="35796"/>
              </a:xfrm>
              <a:custGeom>
                <a:rect l="l" t="t" r="r" b="b"/>
                <a:pathLst>
                  <a:path w="9336" h="5567" extrusionOk="0">
                    <a:moveTo>
                      <a:pt x="1876" y="0"/>
                    </a:moveTo>
                    <a:cubicBezTo>
                      <a:pt x="1831" y="0"/>
                      <a:pt x="1787" y="18"/>
                      <a:pt x="1751" y="54"/>
                    </a:cubicBezTo>
                    <a:lnTo>
                      <a:pt x="84" y="1721"/>
                    </a:lnTo>
                    <a:cubicBezTo>
                      <a:pt x="1" y="1804"/>
                      <a:pt x="1" y="1899"/>
                      <a:pt x="84" y="1983"/>
                    </a:cubicBezTo>
                    <a:lnTo>
                      <a:pt x="3263" y="5162"/>
                    </a:lnTo>
                    <a:cubicBezTo>
                      <a:pt x="3513" y="5412"/>
                      <a:pt x="3858" y="5566"/>
                      <a:pt x="4215" y="5566"/>
                    </a:cubicBezTo>
                    <a:cubicBezTo>
                      <a:pt x="4573" y="5566"/>
                      <a:pt x="4918" y="5435"/>
                      <a:pt x="5168" y="5162"/>
                    </a:cubicBezTo>
                    <a:lnTo>
                      <a:pt x="9252" y="1090"/>
                    </a:lnTo>
                    <a:cubicBezTo>
                      <a:pt x="9335" y="1006"/>
                      <a:pt x="9335" y="887"/>
                      <a:pt x="9276" y="828"/>
                    </a:cubicBezTo>
                    <a:cubicBezTo>
                      <a:pt x="9240" y="792"/>
                      <a:pt x="9195" y="774"/>
                      <a:pt x="9151" y="774"/>
                    </a:cubicBezTo>
                    <a:cubicBezTo>
                      <a:pt x="9106" y="774"/>
                      <a:pt x="9061" y="792"/>
                      <a:pt x="9026" y="828"/>
                    </a:cubicBezTo>
                    <a:lnTo>
                      <a:pt x="4942" y="4912"/>
                    </a:lnTo>
                    <a:cubicBezTo>
                      <a:pt x="4751" y="5102"/>
                      <a:pt x="4501" y="5209"/>
                      <a:pt x="4227" y="5209"/>
                    </a:cubicBezTo>
                    <a:cubicBezTo>
                      <a:pt x="3965" y="5209"/>
                      <a:pt x="3715" y="5102"/>
                      <a:pt x="3513" y="4912"/>
                    </a:cubicBezTo>
                    <a:lnTo>
                      <a:pt x="453" y="1840"/>
                    </a:lnTo>
                    <a:lnTo>
                      <a:pt x="1870" y="435"/>
                    </a:lnTo>
                    <a:lnTo>
                      <a:pt x="2370" y="935"/>
                    </a:lnTo>
                    <a:cubicBezTo>
                      <a:pt x="2406" y="971"/>
                      <a:pt x="2450" y="988"/>
                      <a:pt x="2495" y="988"/>
                    </a:cubicBezTo>
                    <a:cubicBezTo>
                      <a:pt x="2540" y="988"/>
                      <a:pt x="2584" y="971"/>
                      <a:pt x="2620" y="935"/>
                    </a:cubicBezTo>
                    <a:cubicBezTo>
                      <a:pt x="2703" y="863"/>
                      <a:pt x="2703" y="756"/>
                      <a:pt x="2620" y="685"/>
                    </a:cubicBezTo>
                    <a:lnTo>
                      <a:pt x="2001" y="54"/>
                    </a:lnTo>
                    <a:cubicBezTo>
                      <a:pt x="1965" y="18"/>
                      <a:pt x="1920" y="0"/>
                      <a:pt x="1876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33" name="Google Shape;8333;p58"/>
              <p:cNvSpPr/>
              <p:nvPr/>
            </p:nvSpPr>
            <p:spPr>
              <a:xfrm>
                <a:off x="2892645" y="3669628"/>
                <a:ext cx="54211" cy="34568"/>
              </a:xfrm>
              <a:custGeom>
                <a:rect l="l" t="t" r="r" b="b"/>
                <a:pathLst>
                  <a:path w="8431" h="5376" extrusionOk="0">
                    <a:moveTo>
                      <a:pt x="6585" y="0"/>
                    </a:moveTo>
                    <a:cubicBezTo>
                      <a:pt x="6540" y="0"/>
                      <a:pt x="6495" y="18"/>
                      <a:pt x="6454" y="54"/>
                    </a:cubicBezTo>
                    <a:lnTo>
                      <a:pt x="1548" y="4971"/>
                    </a:lnTo>
                    <a:cubicBezTo>
                      <a:pt x="1513" y="4995"/>
                      <a:pt x="1477" y="5007"/>
                      <a:pt x="1429" y="5007"/>
                    </a:cubicBezTo>
                    <a:cubicBezTo>
                      <a:pt x="1382" y="5007"/>
                      <a:pt x="1346" y="4995"/>
                      <a:pt x="1310" y="4971"/>
                    </a:cubicBezTo>
                    <a:lnTo>
                      <a:pt x="334" y="3983"/>
                    </a:lnTo>
                    <a:cubicBezTo>
                      <a:pt x="292" y="3947"/>
                      <a:pt x="248" y="3929"/>
                      <a:pt x="203" y="3929"/>
                    </a:cubicBezTo>
                    <a:cubicBezTo>
                      <a:pt x="158" y="3929"/>
                      <a:pt x="114" y="3947"/>
                      <a:pt x="72" y="3983"/>
                    </a:cubicBezTo>
                    <a:cubicBezTo>
                      <a:pt x="1" y="4054"/>
                      <a:pt x="1" y="4161"/>
                      <a:pt x="72" y="4245"/>
                    </a:cubicBezTo>
                    <a:lnTo>
                      <a:pt x="1060" y="5221"/>
                    </a:lnTo>
                    <a:cubicBezTo>
                      <a:pt x="1156" y="5328"/>
                      <a:pt x="1275" y="5376"/>
                      <a:pt x="1417" y="5376"/>
                    </a:cubicBezTo>
                    <a:cubicBezTo>
                      <a:pt x="1548" y="5376"/>
                      <a:pt x="1679" y="5316"/>
                      <a:pt x="1775" y="5221"/>
                    </a:cubicBezTo>
                    <a:lnTo>
                      <a:pt x="6549" y="447"/>
                    </a:lnTo>
                    <a:lnTo>
                      <a:pt x="7966" y="1852"/>
                    </a:lnTo>
                    <a:lnTo>
                      <a:pt x="6704" y="3126"/>
                    </a:lnTo>
                    <a:cubicBezTo>
                      <a:pt x="6621" y="3197"/>
                      <a:pt x="6621" y="3304"/>
                      <a:pt x="6704" y="3376"/>
                    </a:cubicBezTo>
                    <a:cubicBezTo>
                      <a:pt x="6740" y="3411"/>
                      <a:pt x="6784" y="3429"/>
                      <a:pt x="6829" y="3429"/>
                    </a:cubicBezTo>
                    <a:cubicBezTo>
                      <a:pt x="6874" y="3429"/>
                      <a:pt x="6918" y="3411"/>
                      <a:pt x="6954" y="3376"/>
                    </a:cubicBezTo>
                    <a:lnTo>
                      <a:pt x="8347" y="1983"/>
                    </a:lnTo>
                    <a:cubicBezTo>
                      <a:pt x="8383" y="1947"/>
                      <a:pt x="8395" y="1899"/>
                      <a:pt x="8395" y="1864"/>
                    </a:cubicBezTo>
                    <a:cubicBezTo>
                      <a:pt x="8430" y="1816"/>
                      <a:pt x="8406" y="1768"/>
                      <a:pt x="8383" y="1721"/>
                    </a:cubicBezTo>
                    <a:lnTo>
                      <a:pt x="6716" y="54"/>
                    </a:lnTo>
                    <a:cubicBezTo>
                      <a:pt x="6674" y="18"/>
                      <a:pt x="6629" y="0"/>
                      <a:pt x="658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34" name="Google Shape;8334;p58"/>
              <p:cNvSpPr/>
              <p:nvPr/>
            </p:nvSpPr>
            <p:spPr>
              <a:xfrm>
                <a:off x="2901559" y="4005512"/>
                <a:ext cx="41351" cy="64313"/>
              </a:xfrm>
              <a:custGeom>
                <a:rect l="l" t="t" r="r" b="b"/>
                <a:pathLst>
                  <a:path w="6430" h="10002" extrusionOk="0">
                    <a:moveTo>
                      <a:pt x="4025" y="0"/>
                    </a:moveTo>
                    <a:cubicBezTo>
                      <a:pt x="3870" y="0"/>
                      <a:pt x="3704" y="60"/>
                      <a:pt x="3608" y="179"/>
                    </a:cubicBezTo>
                    <a:lnTo>
                      <a:pt x="1465" y="2322"/>
                    </a:lnTo>
                    <a:lnTo>
                      <a:pt x="299" y="1167"/>
                    </a:lnTo>
                    <a:cubicBezTo>
                      <a:pt x="269" y="1138"/>
                      <a:pt x="227" y="1123"/>
                      <a:pt x="184" y="1123"/>
                    </a:cubicBezTo>
                    <a:cubicBezTo>
                      <a:pt x="141" y="1123"/>
                      <a:pt x="96" y="1138"/>
                      <a:pt x="60" y="1167"/>
                    </a:cubicBezTo>
                    <a:cubicBezTo>
                      <a:pt x="1" y="1227"/>
                      <a:pt x="1" y="1322"/>
                      <a:pt x="60" y="1405"/>
                    </a:cubicBezTo>
                    <a:lnTo>
                      <a:pt x="1346" y="2679"/>
                    </a:lnTo>
                    <a:cubicBezTo>
                      <a:pt x="1370" y="2715"/>
                      <a:pt x="1418" y="2727"/>
                      <a:pt x="1465" y="2727"/>
                    </a:cubicBezTo>
                    <a:cubicBezTo>
                      <a:pt x="1501" y="2727"/>
                      <a:pt x="1549" y="2715"/>
                      <a:pt x="1584" y="2679"/>
                    </a:cubicBezTo>
                    <a:lnTo>
                      <a:pt x="3847" y="417"/>
                    </a:lnTo>
                    <a:cubicBezTo>
                      <a:pt x="3882" y="370"/>
                      <a:pt x="3966" y="346"/>
                      <a:pt x="4037" y="346"/>
                    </a:cubicBezTo>
                    <a:cubicBezTo>
                      <a:pt x="4109" y="346"/>
                      <a:pt x="4168" y="370"/>
                      <a:pt x="4228" y="417"/>
                    </a:cubicBezTo>
                    <a:lnTo>
                      <a:pt x="6049" y="2239"/>
                    </a:lnTo>
                    <a:cubicBezTo>
                      <a:pt x="6085" y="2275"/>
                      <a:pt x="6121" y="2358"/>
                      <a:pt x="6121" y="2429"/>
                    </a:cubicBezTo>
                    <a:cubicBezTo>
                      <a:pt x="6121" y="2501"/>
                      <a:pt x="6085" y="2560"/>
                      <a:pt x="6049" y="2620"/>
                    </a:cubicBezTo>
                    <a:lnTo>
                      <a:pt x="3775" y="4882"/>
                    </a:lnTo>
                    <a:cubicBezTo>
                      <a:pt x="3716" y="4942"/>
                      <a:pt x="3716" y="5049"/>
                      <a:pt x="3775" y="5120"/>
                    </a:cubicBezTo>
                    <a:lnTo>
                      <a:pt x="6049" y="7382"/>
                    </a:lnTo>
                    <a:cubicBezTo>
                      <a:pt x="6085" y="7430"/>
                      <a:pt x="6121" y="7501"/>
                      <a:pt x="6121" y="7573"/>
                    </a:cubicBezTo>
                    <a:cubicBezTo>
                      <a:pt x="6121" y="7656"/>
                      <a:pt x="6085" y="7716"/>
                      <a:pt x="6049" y="7775"/>
                    </a:cubicBezTo>
                    <a:lnTo>
                      <a:pt x="4228" y="9585"/>
                    </a:lnTo>
                    <a:cubicBezTo>
                      <a:pt x="4174" y="9639"/>
                      <a:pt x="4103" y="9665"/>
                      <a:pt x="4033" y="9665"/>
                    </a:cubicBezTo>
                    <a:cubicBezTo>
                      <a:pt x="3963" y="9665"/>
                      <a:pt x="3894" y="9639"/>
                      <a:pt x="3847" y="9585"/>
                    </a:cubicBezTo>
                    <a:lnTo>
                      <a:pt x="2989" y="8740"/>
                    </a:lnTo>
                    <a:cubicBezTo>
                      <a:pt x="2960" y="8710"/>
                      <a:pt x="2921" y="8695"/>
                      <a:pt x="2879" y="8695"/>
                    </a:cubicBezTo>
                    <a:cubicBezTo>
                      <a:pt x="2838" y="8695"/>
                      <a:pt x="2793" y="8710"/>
                      <a:pt x="2751" y="8740"/>
                    </a:cubicBezTo>
                    <a:cubicBezTo>
                      <a:pt x="2692" y="8799"/>
                      <a:pt x="2692" y="8906"/>
                      <a:pt x="2751" y="8978"/>
                    </a:cubicBezTo>
                    <a:lnTo>
                      <a:pt x="3608" y="9823"/>
                    </a:lnTo>
                    <a:cubicBezTo>
                      <a:pt x="3728" y="9942"/>
                      <a:pt x="3870" y="10002"/>
                      <a:pt x="4025" y="10002"/>
                    </a:cubicBezTo>
                    <a:cubicBezTo>
                      <a:pt x="4168" y="10002"/>
                      <a:pt x="4335" y="9942"/>
                      <a:pt x="4442" y="9823"/>
                    </a:cubicBezTo>
                    <a:lnTo>
                      <a:pt x="6252" y="8013"/>
                    </a:lnTo>
                    <a:cubicBezTo>
                      <a:pt x="6371" y="7894"/>
                      <a:pt x="6430" y="7740"/>
                      <a:pt x="6430" y="7597"/>
                    </a:cubicBezTo>
                    <a:cubicBezTo>
                      <a:pt x="6430" y="7430"/>
                      <a:pt x="6371" y="7275"/>
                      <a:pt x="6252" y="7180"/>
                    </a:cubicBezTo>
                    <a:lnTo>
                      <a:pt x="4109" y="4977"/>
                    </a:lnTo>
                    <a:lnTo>
                      <a:pt x="6252" y="2834"/>
                    </a:lnTo>
                    <a:cubicBezTo>
                      <a:pt x="6371" y="2715"/>
                      <a:pt x="6430" y="2560"/>
                      <a:pt x="6430" y="2417"/>
                    </a:cubicBezTo>
                    <a:cubicBezTo>
                      <a:pt x="6430" y="2251"/>
                      <a:pt x="6371" y="2096"/>
                      <a:pt x="6252" y="2001"/>
                    </a:cubicBezTo>
                    <a:lnTo>
                      <a:pt x="4442" y="179"/>
                    </a:lnTo>
                    <a:cubicBezTo>
                      <a:pt x="4323" y="60"/>
                      <a:pt x="4168" y="0"/>
                      <a:pt x="402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35" name="Google Shape;8335;p58"/>
              <p:cNvSpPr/>
              <p:nvPr/>
            </p:nvSpPr>
            <p:spPr>
              <a:xfrm>
                <a:off x="2878589" y="4005281"/>
                <a:ext cx="39512" cy="64165"/>
              </a:xfrm>
              <a:custGeom>
                <a:rect l="l" t="t" r="r" b="b"/>
                <a:pathLst>
                  <a:path w="6145" h="9979" extrusionOk="0">
                    <a:moveTo>
                      <a:pt x="2477" y="1"/>
                    </a:moveTo>
                    <a:cubicBezTo>
                      <a:pt x="2311" y="1"/>
                      <a:pt x="2156" y="60"/>
                      <a:pt x="2061" y="179"/>
                    </a:cubicBezTo>
                    <a:lnTo>
                      <a:pt x="239" y="2001"/>
                    </a:lnTo>
                    <a:cubicBezTo>
                      <a:pt x="1" y="2239"/>
                      <a:pt x="1" y="2608"/>
                      <a:pt x="239" y="2846"/>
                    </a:cubicBezTo>
                    <a:lnTo>
                      <a:pt x="2382" y="4989"/>
                    </a:lnTo>
                    <a:lnTo>
                      <a:pt x="239" y="7133"/>
                    </a:lnTo>
                    <a:cubicBezTo>
                      <a:pt x="1" y="7371"/>
                      <a:pt x="1" y="7752"/>
                      <a:pt x="239" y="7990"/>
                    </a:cubicBezTo>
                    <a:lnTo>
                      <a:pt x="2061" y="9800"/>
                    </a:lnTo>
                    <a:cubicBezTo>
                      <a:pt x="2180" y="9919"/>
                      <a:pt x="2323" y="9978"/>
                      <a:pt x="2477" y="9978"/>
                    </a:cubicBezTo>
                    <a:cubicBezTo>
                      <a:pt x="2620" y="9978"/>
                      <a:pt x="2787" y="9919"/>
                      <a:pt x="2882" y="9800"/>
                    </a:cubicBezTo>
                    <a:lnTo>
                      <a:pt x="5037" y="7656"/>
                    </a:lnTo>
                    <a:lnTo>
                      <a:pt x="5859" y="8490"/>
                    </a:lnTo>
                    <a:cubicBezTo>
                      <a:pt x="5895" y="8520"/>
                      <a:pt x="5936" y="8535"/>
                      <a:pt x="5978" y="8535"/>
                    </a:cubicBezTo>
                    <a:cubicBezTo>
                      <a:pt x="6020" y="8535"/>
                      <a:pt x="6061" y="8520"/>
                      <a:pt x="6097" y="8490"/>
                    </a:cubicBezTo>
                    <a:cubicBezTo>
                      <a:pt x="6145" y="8430"/>
                      <a:pt x="6145" y="8323"/>
                      <a:pt x="6085" y="8264"/>
                    </a:cubicBezTo>
                    <a:lnTo>
                      <a:pt x="5156" y="7335"/>
                    </a:lnTo>
                    <a:cubicBezTo>
                      <a:pt x="5121" y="7299"/>
                      <a:pt x="5073" y="7287"/>
                      <a:pt x="5037" y="7287"/>
                    </a:cubicBezTo>
                    <a:cubicBezTo>
                      <a:pt x="4990" y="7287"/>
                      <a:pt x="4942" y="7299"/>
                      <a:pt x="4918" y="7335"/>
                    </a:cubicBezTo>
                    <a:lnTo>
                      <a:pt x="2656" y="9597"/>
                    </a:lnTo>
                    <a:cubicBezTo>
                      <a:pt x="2608" y="9633"/>
                      <a:pt x="2537" y="9669"/>
                      <a:pt x="2454" y="9669"/>
                    </a:cubicBezTo>
                    <a:cubicBezTo>
                      <a:pt x="2382" y="9669"/>
                      <a:pt x="2323" y="9633"/>
                      <a:pt x="2263" y="9597"/>
                    </a:cubicBezTo>
                    <a:lnTo>
                      <a:pt x="453" y="7776"/>
                    </a:lnTo>
                    <a:cubicBezTo>
                      <a:pt x="346" y="7668"/>
                      <a:pt x="346" y="7490"/>
                      <a:pt x="453" y="7395"/>
                    </a:cubicBezTo>
                    <a:lnTo>
                      <a:pt x="2716" y="5132"/>
                    </a:lnTo>
                    <a:cubicBezTo>
                      <a:pt x="2739" y="5097"/>
                      <a:pt x="2751" y="5049"/>
                      <a:pt x="2751" y="5013"/>
                    </a:cubicBezTo>
                    <a:cubicBezTo>
                      <a:pt x="2751" y="4966"/>
                      <a:pt x="2739" y="4918"/>
                      <a:pt x="2716" y="4894"/>
                    </a:cubicBezTo>
                    <a:lnTo>
                      <a:pt x="453" y="2632"/>
                    </a:lnTo>
                    <a:cubicBezTo>
                      <a:pt x="346" y="2525"/>
                      <a:pt x="346" y="2346"/>
                      <a:pt x="453" y="2239"/>
                    </a:cubicBezTo>
                    <a:lnTo>
                      <a:pt x="2263" y="417"/>
                    </a:lnTo>
                    <a:cubicBezTo>
                      <a:pt x="2311" y="382"/>
                      <a:pt x="2382" y="346"/>
                      <a:pt x="2454" y="346"/>
                    </a:cubicBezTo>
                    <a:cubicBezTo>
                      <a:pt x="2537" y="346"/>
                      <a:pt x="2597" y="382"/>
                      <a:pt x="2656" y="417"/>
                    </a:cubicBezTo>
                    <a:lnTo>
                      <a:pt x="3168" y="941"/>
                    </a:lnTo>
                    <a:cubicBezTo>
                      <a:pt x="3198" y="971"/>
                      <a:pt x="3239" y="986"/>
                      <a:pt x="3283" y="986"/>
                    </a:cubicBezTo>
                    <a:cubicBezTo>
                      <a:pt x="3326" y="986"/>
                      <a:pt x="3370" y="971"/>
                      <a:pt x="3406" y="941"/>
                    </a:cubicBezTo>
                    <a:cubicBezTo>
                      <a:pt x="3466" y="882"/>
                      <a:pt x="3466" y="775"/>
                      <a:pt x="3406" y="703"/>
                    </a:cubicBezTo>
                    <a:lnTo>
                      <a:pt x="2882" y="179"/>
                    </a:lnTo>
                    <a:cubicBezTo>
                      <a:pt x="2775" y="60"/>
                      <a:pt x="2620" y="1"/>
                      <a:pt x="2477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36" name="Google Shape;8336;p58"/>
              <p:cNvSpPr/>
              <p:nvPr/>
            </p:nvSpPr>
            <p:spPr>
              <a:xfrm>
                <a:off x="2525796" y="4031425"/>
                <a:ext cx="60030" cy="35796"/>
              </a:xfrm>
              <a:custGeom>
                <a:rect l="l" t="t" r="r" b="b"/>
                <a:pathLst>
                  <a:path w="9336" h="5567" extrusionOk="0">
                    <a:moveTo>
                      <a:pt x="1876" y="0"/>
                    </a:moveTo>
                    <a:cubicBezTo>
                      <a:pt x="1831" y="0"/>
                      <a:pt x="1787" y="18"/>
                      <a:pt x="1751" y="54"/>
                    </a:cubicBezTo>
                    <a:lnTo>
                      <a:pt x="84" y="1721"/>
                    </a:lnTo>
                    <a:cubicBezTo>
                      <a:pt x="1" y="1804"/>
                      <a:pt x="1" y="1899"/>
                      <a:pt x="84" y="1983"/>
                    </a:cubicBezTo>
                    <a:lnTo>
                      <a:pt x="3263" y="5162"/>
                    </a:lnTo>
                    <a:cubicBezTo>
                      <a:pt x="3513" y="5412"/>
                      <a:pt x="3858" y="5566"/>
                      <a:pt x="4215" y="5566"/>
                    </a:cubicBezTo>
                    <a:cubicBezTo>
                      <a:pt x="4573" y="5566"/>
                      <a:pt x="4918" y="5435"/>
                      <a:pt x="5168" y="5162"/>
                    </a:cubicBezTo>
                    <a:lnTo>
                      <a:pt x="9252" y="1090"/>
                    </a:lnTo>
                    <a:cubicBezTo>
                      <a:pt x="9335" y="1006"/>
                      <a:pt x="9335" y="887"/>
                      <a:pt x="9276" y="828"/>
                    </a:cubicBezTo>
                    <a:cubicBezTo>
                      <a:pt x="9240" y="792"/>
                      <a:pt x="9195" y="774"/>
                      <a:pt x="9151" y="774"/>
                    </a:cubicBezTo>
                    <a:cubicBezTo>
                      <a:pt x="9106" y="774"/>
                      <a:pt x="9061" y="792"/>
                      <a:pt x="9026" y="828"/>
                    </a:cubicBezTo>
                    <a:lnTo>
                      <a:pt x="4942" y="4912"/>
                    </a:lnTo>
                    <a:cubicBezTo>
                      <a:pt x="4751" y="5102"/>
                      <a:pt x="4501" y="5209"/>
                      <a:pt x="4227" y="5209"/>
                    </a:cubicBezTo>
                    <a:cubicBezTo>
                      <a:pt x="3965" y="5209"/>
                      <a:pt x="3715" y="5102"/>
                      <a:pt x="3513" y="4912"/>
                    </a:cubicBezTo>
                    <a:lnTo>
                      <a:pt x="453" y="1840"/>
                    </a:lnTo>
                    <a:lnTo>
                      <a:pt x="1870" y="435"/>
                    </a:lnTo>
                    <a:lnTo>
                      <a:pt x="2370" y="935"/>
                    </a:lnTo>
                    <a:cubicBezTo>
                      <a:pt x="2406" y="971"/>
                      <a:pt x="2450" y="988"/>
                      <a:pt x="2495" y="988"/>
                    </a:cubicBezTo>
                    <a:cubicBezTo>
                      <a:pt x="2540" y="988"/>
                      <a:pt x="2584" y="971"/>
                      <a:pt x="2620" y="935"/>
                    </a:cubicBezTo>
                    <a:cubicBezTo>
                      <a:pt x="2703" y="863"/>
                      <a:pt x="2703" y="756"/>
                      <a:pt x="2620" y="685"/>
                    </a:cubicBezTo>
                    <a:lnTo>
                      <a:pt x="2001" y="54"/>
                    </a:lnTo>
                    <a:cubicBezTo>
                      <a:pt x="1965" y="18"/>
                      <a:pt x="1920" y="0"/>
                      <a:pt x="1876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37" name="Google Shape;8337;p58"/>
              <p:cNvSpPr/>
              <p:nvPr/>
            </p:nvSpPr>
            <p:spPr>
              <a:xfrm>
                <a:off x="2543711" y="4013433"/>
                <a:ext cx="54211" cy="34568"/>
              </a:xfrm>
              <a:custGeom>
                <a:rect l="l" t="t" r="r" b="b"/>
                <a:pathLst>
                  <a:path w="8431" h="5376" extrusionOk="0">
                    <a:moveTo>
                      <a:pt x="6585" y="0"/>
                    </a:moveTo>
                    <a:cubicBezTo>
                      <a:pt x="6540" y="0"/>
                      <a:pt x="6495" y="18"/>
                      <a:pt x="6454" y="54"/>
                    </a:cubicBezTo>
                    <a:lnTo>
                      <a:pt x="1548" y="4971"/>
                    </a:lnTo>
                    <a:cubicBezTo>
                      <a:pt x="1513" y="4995"/>
                      <a:pt x="1477" y="5007"/>
                      <a:pt x="1429" y="5007"/>
                    </a:cubicBezTo>
                    <a:cubicBezTo>
                      <a:pt x="1382" y="5007"/>
                      <a:pt x="1346" y="4995"/>
                      <a:pt x="1310" y="4971"/>
                    </a:cubicBezTo>
                    <a:lnTo>
                      <a:pt x="334" y="3983"/>
                    </a:lnTo>
                    <a:cubicBezTo>
                      <a:pt x="292" y="3947"/>
                      <a:pt x="248" y="3929"/>
                      <a:pt x="203" y="3929"/>
                    </a:cubicBezTo>
                    <a:cubicBezTo>
                      <a:pt x="158" y="3929"/>
                      <a:pt x="114" y="3947"/>
                      <a:pt x="72" y="3983"/>
                    </a:cubicBezTo>
                    <a:cubicBezTo>
                      <a:pt x="1" y="4054"/>
                      <a:pt x="1" y="4161"/>
                      <a:pt x="72" y="4245"/>
                    </a:cubicBezTo>
                    <a:lnTo>
                      <a:pt x="1060" y="5221"/>
                    </a:lnTo>
                    <a:cubicBezTo>
                      <a:pt x="1156" y="5328"/>
                      <a:pt x="1275" y="5376"/>
                      <a:pt x="1417" y="5376"/>
                    </a:cubicBezTo>
                    <a:cubicBezTo>
                      <a:pt x="1548" y="5376"/>
                      <a:pt x="1679" y="5316"/>
                      <a:pt x="1775" y="5221"/>
                    </a:cubicBezTo>
                    <a:lnTo>
                      <a:pt x="6549" y="447"/>
                    </a:lnTo>
                    <a:lnTo>
                      <a:pt x="7966" y="1852"/>
                    </a:lnTo>
                    <a:lnTo>
                      <a:pt x="6704" y="3126"/>
                    </a:lnTo>
                    <a:cubicBezTo>
                      <a:pt x="6621" y="3197"/>
                      <a:pt x="6621" y="3304"/>
                      <a:pt x="6704" y="3376"/>
                    </a:cubicBezTo>
                    <a:cubicBezTo>
                      <a:pt x="6740" y="3411"/>
                      <a:pt x="6784" y="3429"/>
                      <a:pt x="6829" y="3429"/>
                    </a:cubicBezTo>
                    <a:cubicBezTo>
                      <a:pt x="6874" y="3429"/>
                      <a:pt x="6918" y="3411"/>
                      <a:pt x="6954" y="3376"/>
                    </a:cubicBezTo>
                    <a:lnTo>
                      <a:pt x="8347" y="1983"/>
                    </a:lnTo>
                    <a:cubicBezTo>
                      <a:pt x="8383" y="1947"/>
                      <a:pt x="8395" y="1899"/>
                      <a:pt x="8395" y="1864"/>
                    </a:cubicBezTo>
                    <a:cubicBezTo>
                      <a:pt x="8430" y="1816"/>
                      <a:pt x="8406" y="1768"/>
                      <a:pt x="8383" y="1721"/>
                    </a:cubicBezTo>
                    <a:lnTo>
                      <a:pt x="6716" y="54"/>
                    </a:lnTo>
                    <a:cubicBezTo>
                      <a:pt x="6674" y="18"/>
                      <a:pt x="6629" y="0"/>
                      <a:pt x="658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38" name="Google Shape;8338;p58"/>
              <p:cNvSpPr/>
              <p:nvPr/>
            </p:nvSpPr>
            <p:spPr>
              <a:xfrm>
                <a:off x="2548194" y="3655090"/>
                <a:ext cx="41351" cy="64313"/>
              </a:xfrm>
              <a:custGeom>
                <a:rect l="l" t="t" r="r" b="b"/>
                <a:pathLst>
                  <a:path w="6430" h="10002" extrusionOk="0">
                    <a:moveTo>
                      <a:pt x="4025" y="0"/>
                    </a:moveTo>
                    <a:cubicBezTo>
                      <a:pt x="3870" y="0"/>
                      <a:pt x="3704" y="60"/>
                      <a:pt x="3608" y="179"/>
                    </a:cubicBezTo>
                    <a:lnTo>
                      <a:pt x="1465" y="2322"/>
                    </a:lnTo>
                    <a:lnTo>
                      <a:pt x="299" y="1167"/>
                    </a:lnTo>
                    <a:cubicBezTo>
                      <a:pt x="269" y="1138"/>
                      <a:pt x="227" y="1123"/>
                      <a:pt x="184" y="1123"/>
                    </a:cubicBezTo>
                    <a:cubicBezTo>
                      <a:pt x="141" y="1123"/>
                      <a:pt x="96" y="1138"/>
                      <a:pt x="60" y="1167"/>
                    </a:cubicBezTo>
                    <a:cubicBezTo>
                      <a:pt x="1" y="1227"/>
                      <a:pt x="1" y="1322"/>
                      <a:pt x="60" y="1405"/>
                    </a:cubicBezTo>
                    <a:lnTo>
                      <a:pt x="1346" y="2679"/>
                    </a:lnTo>
                    <a:cubicBezTo>
                      <a:pt x="1370" y="2715"/>
                      <a:pt x="1418" y="2727"/>
                      <a:pt x="1465" y="2727"/>
                    </a:cubicBezTo>
                    <a:cubicBezTo>
                      <a:pt x="1501" y="2727"/>
                      <a:pt x="1549" y="2715"/>
                      <a:pt x="1584" y="2679"/>
                    </a:cubicBezTo>
                    <a:lnTo>
                      <a:pt x="3847" y="417"/>
                    </a:lnTo>
                    <a:cubicBezTo>
                      <a:pt x="3882" y="370"/>
                      <a:pt x="3966" y="346"/>
                      <a:pt x="4037" y="346"/>
                    </a:cubicBezTo>
                    <a:cubicBezTo>
                      <a:pt x="4109" y="346"/>
                      <a:pt x="4168" y="370"/>
                      <a:pt x="4228" y="417"/>
                    </a:cubicBezTo>
                    <a:lnTo>
                      <a:pt x="6049" y="2239"/>
                    </a:lnTo>
                    <a:cubicBezTo>
                      <a:pt x="6085" y="2275"/>
                      <a:pt x="6121" y="2358"/>
                      <a:pt x="6121" y="2429"/>
                    </a:cubicBezTo>
                    <a:cubicBezTo>
                      <a:pt x="6121" y="2501"/>
                      <a:pt x="6085" y="2560"/>
                      <a:pt x="6049" y="2620"/>
                    </a:cubicBezTo>
                    <a:lnTo>
                      <a:pt x="3775" y="4882"/>
                    </a:lnTo>
                    <a:cubicBezTo>
                      <a:pt x="3716" y="4942"/>
                      <a:pt x="3716" y="5049"/>
                      <a:pt x="3775" y="5120"/>
                    </a:cubicBezTo>
                    <a:lnTo>
                      <a:pt x="6049" y="7382"/>
                    </a:lnTo>
                    <a:cubicBezTo>
                      <a:pt x="6085" y="7430"/>
                      <a:pt x="6121" y="7501"/>
                      <a:pt x="6121" y="7573"/>
                    </a:cubicBezTo>
                    <a:cubicBezTo>
                      <a:pt x="6121" y="7656"/>
                      <a:pt x="6085" y="7716"/>
                      <a:pt x="6049" y="7775"/>
                    </a:cubicBezTo>
                    <a:lnTo>
                      <a:pt x="4228" y="9585"/>
                    </a:lnTo>
                    <a:cubicBezTo>
                      <a:pt x="4174" y="9639"/>
                      <a:pt x="4103" y="9665"/>
                      <a:pt x="4033" y="9665"/>
                    </a:cubicBezTo>
                    <a:cubicBezTo>
                      <a:pt x="3963" y="9665"/>
                      <a:pt x="3894" y="9639"/>
                      <a:pt x="3847" y="9585"/>
                    </a:cubicBezTo>
                    <a:lnTo>
                      <a:pt x="2989" y="8740"/>
                    </a:lnTo>
                    <a:cubicBezTo>
                      <a:pt x="2960" y="8710"/>
                      <a:pt x="2921" y="8695"/>
                      <a:pt x="2879" y="8695"/>
                    </a:cubicBezTo>
                    <a:cubicBezTo>
                      <a:pt x="2838" y="8695"/>
                      <a:pt x="2793" y="8710"/>
                      <a:pt x="2751" y="8740"/>
                    </a:cubicBezTo>
                    <a:cubicBezTo>
                      <a:pt x="2692" y="8799"/>
                      <a:pt x="2692" y="8906"/>
                      <a:pt x="2751" y="8978"/>
                    </a:cubicBezTo>
                    <a:lnTo>
                      <a:pt x="3608" y="9823"/>
                    </a:lnTo>
                    <a:cubicBezTo>
                      <a:pt x="3728" y="9942"/>
                      <a:pt x="3870" y="10002"/>
                      <a:pt x="4025" y="10002"/>
                    </a:cubicBezTo>
                    <a:cubicBezTo>
                      <a:pt x="4168" y="10002"/>
                      <a:pt x="4335" y="9942"/>
                      <a:pt x="4442" y="9823"/>
                    </a:cubicBezTo>
                    <a:lnTo>
                      <a:pt x="6252" y="8013"/>
                    </a:lnTo>
                    <a:cubicBezTo>
                      <a:pt x="6371" y="7894"/>
                      <a:pt x="6430" y="7740"/>
                      <a:pt x="6430" y="7597"/>
                    </a:cubicBezTo>
                    <a:cubicBezTo>
                      <a:pt x="6430" y="7430"/>
                      <a:pt x="6371" y="7275"/>
                      <a:pt x="6252" y="7180"/>
                    </a:cubicBezTo>
                    <a:lnTo>
                      <a:pt x="4109" y="4977"/>
                    </a:lnTo>
                    <a:lnTo>
                      <a:pt x="6252" y="2834"/>
                    </a:lnTo>
                    <a:cubicBezTo>
                      <a:pt x="6371" y="2715"/>
                      <a:pt x="6430" y="2560"/>
                      <a:pt x="6430" y="2417"/>
                    </a:cubicBezTo>
                    <a:cubicBezTo>
                      <a:pt x="6430" y="2251"/>
                      <a:pt x="6371" y="2096"/>
                      <a:pt x="6252" y="2001"/>
                    </a:cubicBezTo>
                    <a:lnTo>
                      <a:pt x="4442" y="179"/>
                    </a:lnTo>
                    <a:cubicBezTo>
                      <a:pt x="4323" y="60"/>
                      <a:pt x="4168" y="0"/>
                      <a:pt x="4025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39" name="Google Shape;8339;p58"/>
              <p:cNvSpPr/>
              <p:nvPr/>
            </p:nvSpPr>
            <p:spPr>
              <a:xfrm>
                <a:off x="2525225" y="3654858"/>
                <a:ext cx="39512" cy="64165"/>
              </a:xfrm>
              <a:custGeom>
                <a:rect l="l" t="t" r="r" b="b"/>
                <a:pathLst>
                  <a:path w="6145" h="9979" extrusionOk="0">
                    <a:moveTo>
                      <a:pt x="2477" y="1"/>
                    </a:moveTo>
                    <a:cubicBezTo>
                      <a:pt x="2311" y="1"/>
                      <a:pt x="2156" y="60"/>
                      <a:pt x="2061" y="179"/>
                    </a:cubicBezTo>
                    <a:lnTo>
                      <a:pt x="239" y="2001"/>
                    </a:lnTo>
                    <a:cubicBezTo>
                      <a:pt x="1" y="2239"/>
                      <a:pt x="1" y="2608"/>
                      <a:pt x="239" y="2846"/>
                    </a:cubicBezTo>
                    <a:lnTo>
                      <a:pt x="2382" y="4989"/>
                    </a:lnTo>
                    <a:lnTo>
                      <a:pt x="239" y="7133"/>
                    </a:lnTo>
                    <a:cubicBezTo>
                      <a:pt x="1" y="7371"/>
                      <a:pt x="1" y="7752"/>
                      <a:pt x="239" y="7990"/>
                    </a:cubicBezTo>
                    <a:lnTo>
                      <a:pt x="2061" y="9800"/>
                    </a:lnTo>
                    <a:cubicBezTo>
                      <a:pt x="2180" y="9919"/>
                      <a:pt x="2323" y="9978"/>
                      <a:pt x="2477" y="9978"/>
                    </a:cubicBezTo>
                    <a:cubicBezTo>
                      <a:pt x="2620" y="9978"/>
                      <a:pt x="2787" y="9919"/>
                      <a:pt x="2882" y="9800"/>
                    </a:cubicBezTo>
                    <a:lnTo>
                      <a:pt x="5037" y="7656"/>
                    </a:lnTo>
                    <a:lnTo>
                      <a:pt x="5859" y="8490"/>
                    </a:lnTo>
                    <a:cubicBezTo>
                      <a:pt x="5895" y="8520"/>
                      <a:pt x="5936" y="8535"/>
                      <a:pt x="5978" y="8535"/>
                    </a:cubicBezTo>
                    <a:cubicBezTo>
                      <a:pt x="6020" y="8535"/>
                      <a:pt x="6061" y="8520"/>
                      <a:pt x="6097" y="8490"/>
                    </a:cubicBezTo>
                    <a:cubicBezTo>
                      <a:pt x="6145" y="8430"/>
                      <a:pt x="6145" y="8323"/>
                      <a:pt x="6085" y="8264"/>
                    </a:cubicBezTo>
                    <a:lnTo>
                      <a:pt x="5156" y="7335"/>
                    </a:lnTo>
                    <a:cubicBezTo>
                      <a:pt x="5121" y="7299"/>
                      <a:pt x="5073" y="7287"/>
                      <a:pt x="5037" y="7287"/>
                    </a:cubicBezTo>
                    <a:cubicBezTo>
                      <a:pt x="4990" y="7287"/>
                      <a:pt x="4942" y="7299"/>
                      <a:pt x="4918" y="7335"/>
                    </a:cubicBezTo>
                    <a:lnTo>
                      <a:pt x="2656" y="9597"/>
                    </a:lnTo>
                    <a:cubicBezTo>
                      <a:pt x="2608" y="9633"/>
                      <a:pt x="2537" y="9669"/>
                      <a:pt x="2454" y="9669"/>
                    </a:cubicBezTo>
                    <a:cubicBezTo>
                      <a:pt x="2382" y="9669"/>
                      <a:pt x="2323" y="9633"/>
                      <a:pt x="2263" y="9597"/>
                    </a:cubicBezTo>
                    <a:lnTo>
                      <a:pt x="453" y="7776"/>
                    </a:lnTo>
                    <a:cubicBezTo>
                      <a:pt x="346" y="7668"/>
                      <a:pt x="346" y="7490"/>
                      <a:pt x="453" y="7395"/>
                    </a:cubicBezTo>
                    <a:lnTo>
                      <a:pt x="2716" y="5132"/>
                    </a:lnTo>
                    <a:cubicBezTo>
                      <a:pt x="2739" y="5097"/>
                      <a:pt x="2751" y="5049"/>
                      <a:pt x="2751" y="5013"/>
                    </a:cubicBezTo>
                    <a:cubicBezTo>
                      <a:pt x="2751" y="4966"/>
                      <a:pt x="2739" y="4918"/>
                      <a:pt x="2716" y="4894"/>
                    </a:cubicBezTo>
                    <a:lnTo>
                      <a:pt x="453" y="2632"/>
                    </a:lnTo>
                    <a:cubicBezTo>
                      <a:pt x="346" y="2525"/>
                      <a:pt x="346" y="2346"/>
                      <a:pt x="453" y="2239"/>
                    </a:cubicBezTo>
                    <a:lnTo>
                      <a:pt x="2263" y="417"/>
                    </a:lnTo>
                    <a:cubicBezTo>
                      <a:pt x="2311" y="382"/>
                      <a:pt x="2382" y="346"/>
                      <a:pt x="2454" y="346"/>
                    </a:cubicBezTo>
                    <a:cubicBezTo>
                      <a:pt x="2537" y="346"/>
                      <a:pt x="2597" y="382"/>
                      <a:pt x="2656" y="417"/>
                    </a:cubicBezTo>
                    <a:lnTo>
                      <a:pt x="3168" y="941"/>
                    </a:lnTo>
                    <a:cubicBezTo>
                      <a:pt x="3198" y="971"/>
                      <a:pt x="3239" y="986"/>
                      <a:pt x="3283" y="986"/>
                    </a:cubicBezTo>
                    <a:cubicBezTo>
                      <a:pt x="3326" y="986"/>
                      <a:pt x="3370" y="971"/>
                      <a:pt x="3406" y="941"/>
                    </a:cubicBezTo>
                    <a:cubicBezTo>
                      <a:pt x="3466" y="882"/>
                      <a:pt x="3466" y="775"/>
                      <a:pt x="3406" y="703"/>
                    </a:cubicBezTo>
                    <a:lnTo>
                      <a:pt x="2882" y="179"/>
                    </a:lnTo>
                    <a:cubicBezTo>
                      <a:pt x="2775" y="60"/>
                      <a:pt x="2620" y="1"/>
                      <a:pt x="2477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8340" name="Google Shape;8340;p58"/>
          <p:cNvGraphicFramePr>
            <a:graphicFrameLocks noGrp="1"/>
          </p:cNvGraphicFramePr>
          <p:nvPr/>
        </p:nvGraphicFramePr>
        <p:xfrm>
          <a:off x="5937787" y="2153834"/>
          <a:ext cx="2504100" cy="864780"/>
        </p:xfrm>
        <a:graphic>
          <a:graphicData uri="http://schemas.openxmlformats.org/drawingml/2006/table">
            <a:tbl>
              <a:tblPr>
                <a:noFill/>
                <a:tableStyleId>{DAF19E55-1936-451E-A299-2CC021112DF1}</a:tableStyleId>
              </a:tblPr>
              <a:tblGrid>
                <a:gridCol w="62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CFD9E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CFD9E0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869FB2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 b="1">
                        <a:latin typeface="Amatic SC"/>
                        <a:ea typeface="Amatic SC"/>
                        <a:cs typeface="Amatic SC"/>
                        <a:sym typeface="Amatic SC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7EC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7EC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  <a:solidFill>
                      <a:srgbClr val="7994A9">
                        <a:alpha val="6470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341" name="Google Shape;8341;p58"/>
          <p:cNvGrpSpPr/>
          <p:nvPr/>
        </p:nvGrpSpPr>
        <p:grpSpPr>
          <a:xfrm>
            <a:off x="710464" y="981599"/>
            <a:ext cx="2396505" cy="976502"/>
            <a:chOff x="749309" y="1112739"/>
            <a:chExt cx="2371603" cy="976502"/>
          </a:xfrm>
        </p:grpSpPr>
        <p:grpSp>
          <p:nvGrpSpPr>
            <p:cNvPr id="8342" name="Google Shape;8342;p58"/>
            <p:cNvGrpSpPr/>
            <p:nvPr/>
          </p:nvGrpSpPr>
          <p:grpSpPr>
            <a:xfrm>
              <a:off x="1092126" y="1112739"/>
              <a:ext cx="2028786" cy="975464"/>
              <a:chOff x="1092126" y="1112739"/>
              <a:chExt cx="2028786" cy="975464"/>
            </a:xfrm>
          </p:grpSpPr>
          <p:sp>
            <p:nvSpPr>
              <p:cNvPr id="8343" name="Google Shape;8343;p58"/>
              <p:cNvSpPr/>
              <p:nvPr/>
            </p:nvSpPr>
            <p:spPr>
              <a:xfrm>
                <a:off x="1092126" y="111273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44" name="Google Shape;8344;p58"/>
              <p:cNvSpPr/>
              <p:nvPr/>
            </p:nvSpPr>
            <p:spPr>
              <a:xfrm>
                <a:off x="1434943" y="111273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45" name="Google Shape;8345;p58"/>
              <p:cNvSpPr/>
              <p:nvPr/>
            </p:nvSpPr>
            <p:spPr>
              <a:xfrm>
                <a:off x="1777760" y="111273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46" name="Google Shape;8346;p58"/>
              <p:cNvSpPr/>
              <p:nvPr/>
            </p:nvSpPr>
            <p:spPr>
              <a:xfrm>
                <a:off x="2120578" y="111273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47" name="Google Shape;8347;p58"/>
              <p:cNvSpPr/>
              <p:nvPr/>
            </p:nvSpPr>
            <p:spPr>
              <a:xfrm>
                <a:off x="2463395" y="111273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48" name="Google Shape;8348;p58"/>
              <p:cNvSpPr/>
              <p:nvPr/>
            </p:nvSpPr>
            <p:spPr>
              <a:xfrm>
                <a:off x="2806212" y="111273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49" name="Google Shape;8349;p58"/>
              <p:cNvSpPr/>
              <p:nvPr/>
            </p:nvSpPr>
            <p:spPr>
              <a:xfrm>
                <a:off x="1092126" y="136229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50" name="Google Shape;8350;p58"/>
              <p:cNvSpPr/>
              <p:nvPr/>
            </p:nvSpPr>
            <p:spPr>
              <a:xfrm>
                <a:off x="1434943" y="136229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51" name="Google Shape;8351;p58"/>
              <p:cNvSpPr/>
              <p:nvPr/>
            </p:nvSpPr>
            <p:spPr>
              <a:xfrm>
                <a:off x="1777760" y="136229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52" name="Google Shape;8352;p58"/>
              <p:cNvSpPr/>
              <p:nvPr/>
            </p:nvSpPr>
            <p:spPr>
              <a:xfrm>
                <a:off x="2120578" y="136229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53" name="Google Shape;8353;p58"/>
              <p:cNvSpPr/>
              <p:nvPr/>
            </p:nvSpPr>
            <p:spPr>
              <a:xfrm>
                <a:off x="2463395" y="136229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54" name="Google Shape;8354;p58"/>
              <p:cNvSpPr/>
              <p:nvPr/>
            </p:nvSpPr>
            <p:spPr>
              <a:xfrm>
                <a:off x="2806212" y="136229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55" name="Google Shape;8355;p58"/>
              <p:cNvSpPr/>
              <p:nvPr/>
            </p:nvSpPr>
            <p:spPr>
              <a:xfrm>
                <a:off x="1092126" y="161184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56" name="Google Shape;8356;p58"/>
              <p:cNvSpPr/>
              <p:nvPr/>
            </p:nvSpPr>
            <p:spPr>
              <a:xfrm>
                <a:off x="1434943" y="161184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57" name="Google Shape;8357;p58"/>
              <p:cNvSpPr/>
              <p:nvPr/>
            </p:nvSpPr>
            <p:spPr>
              <a:xfrm>
                <a:off x="1777760" y="161184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58" name="Google Shape;8358;p58"/>
              <p:cNvSpPr/>
              <p:nvPr/>
            </p:nvSpPr>
            <p:spPr>
              <a:xfrm>
                <a:off x="2120578" y="161184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59" name="Google Shape;8359;p58"/>
              <p:cNvSpPr/>
              <p:nvPr/>
            </p:nvSpPr>
            <p:spPr>
              <a:xfrm>
                <a:off x="2463395" y="161184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60" name="Google Shape;8360;p58"/>
              <p:cNvSpPr/>
              <p:nvPr/>
            </p:nvSpPr>
            <p:spPr>
              <a:xfrm>
                <a:off x="2806212" y="161184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61" name="Google Shape;8361;p58"/>
              <p:cNvSpPr/>
              <p:nvPr/>
            </p:nvSpPr>
            <p:spPr>
              <a:xfrm>
                <a:off x="1092126" y="186140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62" name="Google Shape;8362;p58"/>
              <p:cNvSpPr/>
              <p:nvPr/>
            </p:nvSpPr>
            <p:spPr>
              <a:xfrm>
                <a:off x="1434943" y="186140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63" name="Google Shape;8363;p58"/>
              <p:cNvSpPr/>
              <p:nvPr/>
            </p:nvSpPr>
            <p:spPr>
              <a:xfrm>
                <a:off x="1777760" y="186140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64" name="Google Shape;8364;p58"/>
              <p:cNvSpPr/>
              <p:nvPr/>
            </p:nvSpPr>
            <p:spPr>
              <a:xfrm>
                <a:off x="2120578" y="186140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65" name="Google Shape;8365;p58"/>
              <p:cNvSpPr/>
              <p:nvPr/>
            </p:nvSpPr>
            <p:spPr>
              <a:xfrm>
                <a:off x="2463395" y="186140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66" name="Google Shape;8366;p58"/>
              <p:cNvSpPr/>
              <p:nvPr/>
            </p:nvSpPr>
            <p:spPr>
              <a:xfrm>
                <a:off x="2806212" y="186140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367" name="Google Shape;8367;p58"/>
            <p:cNvGrpSpPr/>
            <p:nvPr/>
          </p:nvGrpSpPr>
          <p:grpSpPr>
            <a:xfrm>
              <a:off x="749309" y="1112739"/>
              <a:ext cx="314700" cy="975464"/>
              <a:chOff x="749309" y="1112739"/>
              <a:chExt cx="314700" cy="975464"/>
            </a:xfrm>
          </p:grpSpPr>
          <p:sp>
            <p:nvSpPr>
              <p:cNvPr id="8368" name="Google Shape;8368;p58"/>
              <p:cNvSpPr/>
              <p:nvPr/>
            </p:nvSpPr>
            <p:spPr>
              <a:xfrm>
                <a:off x="749309" y="136229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69" name="Google Shape;8369;p58"/>
              <p:cNvSpPr/>
              <p:nvPr/>
            </p:nvSpPr>
            <p:spPr>
              <a:xfrm>
                <a:off x="749309" y="161184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70" name="Google Shape;8370;p58"/>
              <p:cNvSpPr/>
              <p:nvPr/>
            </p:nvSpPr>
            <p:spPr>
              <a:xfrm>
                <a:off x="749309" y="1861404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71" name="Google Shape;8371;p58"/>
              <p:cNvSpPr/>
              <p:nvPr/>
            </p:nvSpPr>
            <p:spPr>
              <a:xfrm>
                <a:off x="749309" y="1112739"/>
                <a:ext cx="314700" cy="226800"/>
              </a:xfrm>
              <a:prstGeom prst="rect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8372" name="Google Shape;8372;p58"/>
            <p:cNvSpPr/>
            <p:nvPr/>
          </p:nvSpPr>
          <p:spPr>
            <a:xfrm>
              <a:off x="1434877" y="1258345"/>
              <a:ext cx="16857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373" name="Google Shape;8373;p58"/>
            <p:cNvSpPr/>
            <p:nvPr/>
          </p:nvSpPr>
          <p:spPr>
            <a:xfrm>
              <a:off x="1777683" y="2010641"/>
              <a:ext cx="10002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374" name="Google Shape;8374;p58"/>
            <p:cNvSpPr/>
            <p:nvPr/>
          </p:nvSpPr>
          <p:spPr>
            <a:xfrm>
              <a:off x="1092070" y="1759876"/>
              <a:ext cx="6576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375" name="Google Shape;8375;p58"/>
            <p:cNvSpPr/>
            <p:nvPr/>
          </p:nvSpPr>
          <p:spPr>
            <a:xfrm>
              <a:off x="2463277" y="1759876"/>
              <a:ext cx="657600" cy="78600"/>
            </a:xfrm>
            <a:prstGeom prst="rect">
              <a:avLst/>
            </a:prstGeom>
            <a:solidFill>
              <a:srgbClr val="7994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aphicFrame>
        <p:nvGraphicFramePr>
          <p:cNvPr id="8376" name="Google Shape;8376;p58"/>
          <p:cNvGraphicFramePr>
            <a:graphicFrameLocks noGrp="1"/>
          </p:cNvGraphicFramePr>
          <p:nvPr/>
        </p:nvGraphicFramePr>
        <p:xfrm>
          <a:off x="5937812" y="981584"/>
          <a:ext cx="2504100" cy="976500"/>
        </p:xfrm>
        <a:graphic>
          <a:graphicData uri="http://schemas.openxmlformats.org/drawingml/2006/table">
            <a:tbl>
              <a:tblPr>
                <a:noFill/>
                <a:tableStyleId>{DAF19E55-1936-451E-A299-2CC021112DF1}</a:tableStyleId>
              </a:tblPr>
              <a:tblGrid>
                <a:gridCol w="62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377" name="Google Shape;8377;p58"/>
          <p:cNvGraphicFramePr>
            <a:graphicFrameLocks noGrp="1"/>
          </p:cNvGraphicFramePr>
          <p:nvPr/>
        </p:nvGraphicFramePr>
        <p:xfrm>
          <a:off x="3358675" y="2153834"/>
          <a:ext cx="2363400" cy="868575"/>
        </p:xfrm>
        <a:graphic>
          <a:graphicData uri="http://schemas.openxmlformats.org/drawingml/2006/table">
            <a:tbl>
              <a:tblPr>
                <a:noFill/>
                <a:tableStyleId>{DAF19E55-1936-451E-A299-2CC021112DF1}</a:tableStyleId>
              </a:tblPr>
              <a:tblGrid>
                <a:gridCol w="59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19050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378" name="Google Shape;8378;p58"/>
          <p:cNvGrpSpPr/>
          <p:nvPr/>
        </p:nvGrpSpPr>
        <p:grpSpPr>
          <a:xfrm>
            <a:off x="3360661" y="3144795"/>
            <a:ext cx="2363377" cy="1047062"/>
            <a:chOff x="3358399" y="3285485"/>
            <a:chExt cx="2363377" cy="1047062"/>
          </a:xfrm>
        </p:grpSpPr>
        <p:grpSp>
          <p:nvGrpSpPr>
            <p:cNvPr id="8379" name="Google Shape;8379;p58"/>
            <p:cNvGrpSpPr/>
            <p:nvPr/>
          </p:nvGrpSpPr>
          <p:grpSpPr>
            <a:xfrm>
              <a:off x="3358412" y="3285485"/>
              <a:ext cx="2363244" cy="139500"/>
              <a:chOff x="3358412" y="3285485"/>
              <a:chExt cx="2363244" cy="139500"/>
            </a:xfrm>
          </p:grpSpPr>
          <p:sp>
            <p:nvSpPr>
              <p:cNvPr id="8380" name="Google Shape;8380;p58"/>
              <p:cNvSpPr/>
              <p:nvPr/>
            </p:nvSpPr>
            <p:spPr>
              <a:xfrm>
                <a:off x="3358412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81" name="Google Shape;8381;p58"/>
              <p:cNvSpPr/>
              <p:nvPr/>
            </p:nvSpPr>
            <p:spPr>
              <a:xfrm>
                <a:off x="3838898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82" name="Google Shape;8382;p58"/>
              <p:cNvSpPr/>
              <p:nvPr/>
            </p:nvSpPr>
            <p:spPr>
              <a:xfrm>
                <a:off x="4319384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83" name="Google Shape;8383;p58"/>
              <p:cNvSpPr/>
              <p:nvPr/>
            </p:nvSpPr>
            <p:spPr>
              <a:xfrm>
                <a:off x="4799870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84" name="Google Shape;8384;p58"/>
              <p:cNvSpPr/>
              <p:nvPr/>
            </p:nvSpPr>
            <p:spPr>
              <a:xfrm>
                <a:off x="5280356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385" name="Google Shape;8385;p58"/>
            <p:cNvGrpSpPr/>
            <p:nvPr/>
          </p:nvGrpSpPr>
          <p:grpSpPr>
            <a:xfrm>
              <a:off x="3358412" y="3466996"/>
              <a:ext cx="2363244" cy="139500"/>
              <a:chOff x="3358412" y="3466996"/>
              <a:chExt cx="2363244" cy="139500"/>
            </a:xfrm>
          </p:grpSpPr>
          <p:sp>
            <p:nvSpPr>
              <p:cNvPr id="8386" name="Google Shape;8386;p58"/>
              <p:cNvSpPr/>
              <p:nvPr/>
            </p:nvSpPr>
            <p:spPr>
              <a:xfrm>
                <a:off x="3358412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87" name="Google Shape;8387;p58"/>
              <p:cNvSpPr/>
              <p:nvPr/>
            </p:nvSpPr>
            <p:spPr>
              <a:xfrm>
                <a:off x="3838898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88" name="Google Shape;8388;p58"/>
              <p:cNvSpPr/>
              <p:nvPr/>
            </p:nvSpPr>
            <p:spPr>
              <a:xfrm>
                <a:off x="4319384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89" name="Google Shape;8389;p58"/>
              <p:cNvSpPr/>
              <p:nvPr/>
            </p:nvSpPr>
            <p:spPr>
              <a:xfrm>
                <a:off x="4799870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90" name="Google Shape;8390;p58"/>
              <p:cNvSpPr/>
              <p:nvPr/>
            </p:nvSpPr>
            <p:spPr>
              <a:xfrm>
                <a:off x="5280356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391" name="Google Shape;8391;p58"/>
            <p:cNvGrpSpPr/>
            <p:nvPr/>
          </p:nvGrpSpPr>
          <p:grpSpPr>
            <a:xfrm>
              <a:off x="3358412" y="3648507"/>
              <a:ext cx="2363244" cy="139500"/>
              <a:chOff x="3358412" y="3648507"/>
              <a:chExt cx="2363244" cy="139500"/>
            </a:xfrm>
          </p:grpSpPr>
          <p:sp>
            <p:nvSpPr>
              <p:cNvPr id="8392" name="Google Shape;8392;p58"/>
              <p:cNvSpPr/>
              <p:nvPr/>
            </p:nvSpPr>
            <p:spPr>
              <a:xfrm>
                <a:off x="3358412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93" name="Google Shape;8393;p58"/>
              <p:cNvSpPr/>
              <p:nvPr/>
            </p:nvSpPr>
            <p:spPr>
              <a:xfrm>
                <a:off x="3838898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94" name="Google Shape;8394;p58"/>
              <p:cNvSpPr/>
              <p:nvPr/>
            </p:nvSpPr>
            <p:spPr>
              <a:xfrm>
                <a:off x="4319384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95" name="Google Shape;8395;p58"/>
              <p:cNvSpPr/>
              <p:nvPr/>
            </p:nvSpPr>
            <p:spPr>
              <a:xfrm>
                <a:off x="4799870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96" name="Google Shape;8396;p58"/>
              <p:cNvSpPr/>
              <p:nvPr/>
            </p:nvSpPr>
            <p:spPr>
              <a:xfrm>
                <a:off x="5280356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397" name="Google Shape;8397;p58"/>
            <p:cNvGrpSpPr/>
            <p:nvPr/>
          </p:nvGrpSpPr>
          <p:grpSpPr>
            <a:xfrm>
              <a:off x="3358412" y="3830018"/>
              <a:ext cx="2363244" cy="139500"/>
              <a:chOff x="3358412" y="3830018"/>
              <a:chExt cx="2363244" cy="139500"/>
            </a:xfrm>
          </p:grpSpPr>
          <p:sp>
            <p:nvSpPr>
              <p:cNvPr id="8398" name="Google Shape;8398;p58"/>
              <p:cNvSpPr/>
              <p:nvPr/>
            </p:nvSpPr>
            <p:spPr>
              <a:xfrm>
                <a:off x="3358412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399" name="Google Shape;8399;p58"/>
              <p:cNvSpPr/>
              <p:nvPr/>
            </p:nvSpPr>
            <p:spPr>
              <a:xfrm>
                <a:off x="3838898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00" name="Google Shape;8400;p58"/>
              <p:cNvSpPr/>
              <p:nvPr/>
            </p:nvSpPr>
            <p:spPr>
              <a:xfrm>
                <a:off x="4319384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01" name="Google Shape;8401;p58"/>
              <p:cNvSpPr/>
              <p:nvPr/>
            </p:nvSpPr>
            <p:spPr>
              <a:xfrm>
                <a:off x="4799870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02" name="Google Shape;8402;p58"/>
              <p:cNvSpPr/>
              <p:nvPr/>
            </p:nvSpPr>
            <p:spPr>
              <a:xfrm>
                <a:off x="5280356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403" name="Google Shape;8403;p58"/>
            <p:cNvGrpSpPr/>
            <p:nvPr/>
          </p:nvGrpSpPr>
          <p:grpSpPr>
            <a:xfrm>
              <a:off x="3358399" y="4011514"/>
              <a:ext cx="2363377" cy="139537"/>
              <a:chOff x="3294800" y="4134603"/>
              <a:chExt cx="2638876" cy="152400"/>
            </a:xfrm>
          </p:grpSpPr>
          <p:sp>
            <p:nvSpPr>
              <p:cNvPr id="8404" name="Google Shape;8404;p58"/>
              <p:cNvSpPr/>
              <p:nvPr/>
            </p:nvSpPr>
            <p:spPr>
              <a:xfrm>
                <a:off x="3294800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05" name="Google Shape;8405;p58"/>
              <p:cNvSpPr/>
              <p:nvPr/>
            </p:nvSpPr>
            <p:spPr>
              <a:xfrm>
                <a:off x="3831294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06" name="Google Shape;8406;p58"/>
              <p:cNvSpPr/>
              <p:nvPr/>
            </p:nvSpPr>
            <p:spPr>
              <a:xfrm>
                <a:off x="4367788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07" name="Google Shape;8407;p58"/>
              <p:cNvSpPr/>
              <p:nvPr/>
            </p:nvSpPr>
            <p:spPr>
              <a:xfrm>
                <a:off x="4904282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08" name="Google Shape;8408;p58"/>
              <p:cNvSpPr/>
              <p:nvPr/>
            </p:nvSpPr>
            <p:spPr>
              <a:xfrm>
                <a:off x="5440776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8409" name="Google Shape;8409;p58"/>
            <p:cNvGrpSpPr/>
            <p:nvPr/>
          </p:nvGrpSpPr>
          <p:grpSpPr>
            <a:xfrm>
              <a:off x="3358399" y="4193010"/>
              <a:ext cx="2363377" cy="139537"/>
              <a:chOff x="3294800" y="4134603"/>
              <a:chExt cx="2638876" cy="152400"/>
            </a:xfrm>
          </p:grpSpPr>
          <p:sp>
            <p:nvSpPr>
              <p:cNvPr id="8410" name="Google Shape;8410;p58"/>
              <p:cNvSpPr/>
              <p:nvPr/>
            </p:nvSpPr>
            <p:spPr>
              <a:xfrm>
                <a:off x="3294800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11" name="Google Shape;8411;p58"/>
              <p:cNvSpPr/>
              <p:nvPr/>
            </p:nvSpPr>
            <p:spPr>
              <a:xfrm>
                <a:off x="3831294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12" name="Google Shape;8412;p58"/>
              <p:cNvSpPr/>
              <p:nvPr/>
            </p:nvSpPr>
            <p:spPr>
              <a:xfrm>
                <a:off x="4367788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13" name="Google Shape;8413;p58"/>
              <p:cNvSpPr/>
              <p:nvPr/>
            </p:nvSpPr>
            <p:spPr>
              <a:xfrm>
                <a:off x="4904282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414" name="Google Shape;8414;p58"/>
              <p:cNvSpPr/>
              <p:nvPr/>
            </p:nvSpPr>
            <p:spPr>
              <a:xfrm>
                <a:off x="5440776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8415" name="Google Shape;8415;p58"/>
          <p:cNvGraphicFramePr>
            <a:graphicFrameLocks noGrp="1"/>
          </p:cNvGraphicFramePr>
          <p:nvPr/>
        </p:nvGraphicFramePr>
        <p:xfrm>
          <a:off x="711463" y="2153834"/>
          <a:ext cx="2369800" cy="889350"/>
        </p:xfrm>
        <a:graphic>
          <a:graphicData uri="http://schemas.openxmlformats.org/drawingml/2006/table">
            <a:tbl>
              <a:tblPr>
                <a:noFill/>
                <a:tableStyleId>{DAF19E55-1936-451E-A299-2CC021112DF1}</a:tableStyleId>
              </a:tblPr>
              <a:tblGrid>
                <a:gridCol w="59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F819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69F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5F819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F819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F819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5F819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F819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F819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5F8195">
                          <a:alpha val="0"/>
                        </a:srgb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F819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F819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869F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69F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69F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869F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B7C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A5B7C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B7C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A5B7C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869F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69F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69F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869F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B7C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A5B7C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B7C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"/>
                    </a:p>
                  </a:txBody>
                  <a:tcPr marL="91425" marR="91425" marT="91425" marB="91425">
                    <a:lnL w="9525" cap="flat" cmpd="sng">
                      <a:solidFill>
                        <a:srgbClr val="A5B7C5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2F2F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B7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416" name="Google Shape;8416;p58"/>
          <p:cNvGrpSpPr/>
          <p:nvPr/>
        </p:nvGrpSpPr>
        <p:grpSpPr>
          <a:xfrm>
            <a:off x="4161132" y="2557649"/>
            <a:ext cx="1302095" cy="60959"/>
            <a:chOff x="3558802" y="4011427"/>
            <a:chExt cx="1866000" cy="111300"/>
          </a:xfrm>
        </p:grpSpPr>
        <p:sp>
          <p:nvSpPr>
            <p:cNvPr id="8417" name="Google Shape;8417;p58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18" name="Google Shape;8418;p58"/>
            <p:cNvSpPr/>
            <p:nvPr/>
          </p:nvSpPr>
          <p:spPr>
            <a:xfrm rot="5400000" flipH="1">
              <a:off x="4167866" y="3416648"/>
              <a:ext cx="97200" cy="13014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419" name="Google Shape;8419;p58"/>
          <p:cNvGrpSpPr/>
          <p:nvPr/>
        </p:nvGrpSpPr>
        <p:grpSpPr>
          <a:xfrm>
            <a:off x="4706620" y="2839808"/>
            <a:ext cx="914340" cy="60959"/>
            <a:chOff x="3558802" y="4011427"/>
            <a:chExt cx="1866000" cy="111300"/>
          </a:xfrm>
        </p:grpSpPr>
        <p:sp>
          <p:nvSpPr>
            <p:cNvPr id="8420" name="Google Shape;8420;p58"/>
            <p:cNvSpPr/>
            <p:nvPr/>
          </p:nvSpPr>
          <p:spPr>
            <a:xfrm rot="5400000" flipH="1">
              <a:off x="4436152" y="3134077"/>
              <a:ext cx="111300" cy="1866000"/>
            </a:xfrm>
            <a:prstGeom prst="round2SameRect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21" name="Google Shape;8421;p58"/>
            <p:cNvSpPr/>
            <p:nvPr/>
          </p:nvSpPr>
          <p:spPr>
            <a:xfrm rot="5400000" flipH="1">
              <a:off x="4167866" y="3416648"/>
              <a:ext cx="97200" cy="1301400"/>
            </a:xfrm>
            <a:prstGeom prst="round2SameRect">
              <a:avLst>
                <a:gd name="adj1" fmla="val 50000"/>
                <a:gd name="adj2" fmla="val 50000"/>
              </a:avLst>
            </a:pr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422" name="Google Shape;8422;p58"/>
          <p:cNvGrpSpPr/>
          <p:nvPr/>
        </p:nvGrpSpPr>
        <p:grpSpPr>
          <a:xfrm>
            <a:off x="5871419" y="3167606"/>
            <a:ext cx="2522867" cy="1001454"/>
            <a:chOff x="1904318" y="789980"/>
            <a:chExt cx="1489472" cy="606868"/>
          </a:xfrm>
        </p:grpSpPr>
        <p:cxnSp>
          <p:nvCxnSpPr>
            <p:cNvPr id="8423" name="Google Shape;8423;p58"/>
            <p:cNvCxnSpPr/>
            <p:nvPr/>
          </p:nvCxnSpPr>
          <p:spPr>
            <a:xfrm rot="10800000">
              <a:off x="2109981" y="1180903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24" name="Google Shape;8424;p58"/>
            <p:cNvCxnSpPr/>
            <p:nvPr/>
          </p:nvCxnSpPr>
          <p:spPr>
            <a:xfrm rot="10800000">
              <a:off x="2109981" y="985080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25" name="Google Shape;8425;p58"/>
            <p:cNvCxnSpPr/>
            <p:nvPr/>
          </p:nvCxnSpPr>
          <p:spPr>
            <a:xfrm rot="10800000">
              <a:off x="2109981" y="1376729"/>
              <a:ext cx="1280400" cy="0"/>
            </a:xfrm>
            <a:prstGeom prst="straightConnector1">
              <a:avLst/>
            </a:prstGeom>
            <a:noFill/>
            <a:ln w="9525" cap="flat" cmpd="sng">
              <a:solidFill>
                <a:srgbClr val="B3C3C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426" name="Google Shape;8426;p58"/>
            <p:cNvSpPr txBox="1"/>
            <p:nvPr/>
          </p:nvSpPr>
          <p:spPr>
            <a:xfrm flipH="1">
              <a:off x="2109710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E3E9ED"/>
                  </a:solidFill>
                </a:rPr>
                <a:t>JANUARY</a:t>
              </a:r>
              <a:endParaRPr sz="400">
                <a:solidFill>
                  <a:srgbClr val="E3E9ED"/>
                </a:solidFill>
              </a:endParaRPr>
            </a:p>
          </p:txBody>
        </p:sp>
        <p:sp>
          <p:nvSpPr>
            <p:cNvPr id="8427" name="Google Shape;8427;p58"/>
            <p:cNvSpPr txBox="1"/>
            <p:nvPr/>
          </p:nvSpPr>
          <p:spPr>
            <a:xfrm flipH="1">
              <a:off x="2434275" y="789980"/>
              <a:ext cx="2892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E3E9ED"/>
                  </a:solidFill>
                </a:rPr>
                <a:t>FEBRUARY</a:t>
              </a:r>
              <a:endParaRPr sz="400">
                <a:solidFill>
                  <a:srgbClr val="E3E9ED"/>
                </a:solidFill>
              </a:endParaRPr>
            </a:p>
          </p:txBody>
        </p:sp>
        <p:sp>
          <p:nvSpPr>
            <p:cNvPr id="8428" name="Google Shape;8428;p58"/>
            <p:cNvSpPr txBox="1"/>
            <p:nvPr/>
          </p:nvSpPr>
          <p:spPr>
            <a:xfrm flipH="1">
              <a:off x="2781049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E3E9ED"/>
                  </a:solidFill>
                </a:rPr>
                <a:t>MARCH</a:t>
              </a:r>
              <a:endParaRPr sz="400">
                <a:solidFill>
                  <a:srgbClr val="E3E9ED"/>
                </a:solidFill>
              </a:endParaRPr>
            </a:p>
          </p:txBody>
        </p:sp>
        <p:sp>
          <p:nvSpPr>
            <p:cNvPr id="8429" name="Google Shape;8429;p58"/>
            <p:cNvSpPr txBox="1"/>
            <p:nvPr/>
          </p:nvSpPr>
          <p:spPr>
            <a:xfrm flipH="1">
              <a:off x="3112690" y="789981"/>
              <a:ext cx="281100" cy="1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E3E9ED"/>
                  </a:solidFill>
                </a:rPr>
                <a:t>APRIL</a:t>
              </a:r>
              <a:endParaRPr sz="400">
                <a:solidFill>
                  <a:srgbClr val="E3E9ED"/>
                </a:solidFill>
              </a:endParaRPr>
            </a:p>
          </p:txBody>
        </p:sp>
        <p:sp>
          <p:nvSpPr>
            <p:cNvPr id="8430" name="Google Shape;8430;p58"/>
            <p:cNvSpPr/>
            <p:nvPr/>
          </p:nvSpPr>
          <p:spPr>
            <a:xfrm>
              <a:off x="2105681" y="964326"/>
              <a:ext cx="2892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31" name="Google Shape;8431;p58"/>
            <p:cNvSpPr/>
            <p:nvPr/>
          </p:nvSpPr>
          <p:spPr>
            <a:xfrm>
              <a:off x="2109515" y="1159286"/>
              <a:ext cx="280200" cy="426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32" name="Google Shape;8432;p58"/>
            <p:cNvSpPr/>
            <p:nvPr/>
          </p:nvSpPr>
          <p:spPr>
            <a:xfrm>
              <a:off x="2753389" y="1353677"/>
              <a:ext cx="3255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33" name="Google Shape;8433;p58"/>
            <p:cNvSpPr/>
            <p:nvPr/>
          </p:nvSpPr>
          <p:spPr>
            <a:xfrm>
              <a:off x="2105681" y="1159287"/>
              <a:ext cx="2892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34" name="Google Shape;8434;p58"/>
            <p:cNvSpPr/>
            <p:nvPr/>
          </p:nvSpPr>
          <p:spPr>
            <a:xfrm>
              <a:off x="2412005" y="1354248"/>
              <a:ext cx="325500" cy="42600"/>
            </a:xfrm>
            <a:prstGeom prst="rect">
              <a:avLst/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35" name="Google Shape;8435;p58"/>
            <p:cNvSpPr/>
            <p:nvPr/>
          </p:nvSpPr>
          <p:spPr>
            <a:xfrm>
              <a:off x="2410087" y="964961"/>
              <a:ext cx="3255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436" name="Google Shape;8436;p58"/>
            <p:cNvSpPr txBox="1"/>
            <p:nvPr/>
          </p:nvSpPr>
          <p:spPr>
            <a:xfrm flipH="1">
              <a:off x="1906114" y="918164"/>
              <a:ext cx="203400" cy="1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E3E9ED"/>
                  </a:solidFill>
                </a:rPr>
                <a:t>PHASE 1</a:t>
              </a:r>
              <a:endParaRPr sz="400">
                <a:solidFill>
                  <a:srgbClr val="E3E9ED"/>
                </a:solidFill>
              </a:endParaRPr>
            </a:p>
          </p:txBody>
        </p:sp>
        <p:sp>
          <p:nvSpPr>
            <p:cNvPr id="8437" name="Google Shape;8437;p58"/>
            <p:cNvSpPr txBox="1"/>
            <p:nvPr/>
          </p:nvSpPr>
          <p:spPr>
            <a:xfrm flipH="1">
              <a:off x="1904318" y="1113390"/>
              <a:ext cx="205200" cy="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E3E9ED"/>
                  </a:solidFill>
                </a:rPr>
                <a:t>Task 1</a:t>
              </a:r>
              <a:endParaRPr sz="400">
                <a:solidFill>
                  <a:srgbClr val="E3E9ED"/>
                </a:solidFill>
              </a:endParaRPr>
            </a:p>
          </p:txBody>
        </p:sp>
        <p:sp>
          <p:nvSpPr>
            <p:cNvPr id="8438" name="Google Shape;8438;p58"/>
            <p:cNvSpPr txBox="1"/>
            <p:nvPr/>
          </p:nvSpPr>
          <p:spPr>
            <a:xfrm flipH="1">
              <a:off x="1906118" y="1304527"/>
              <a:ext cx="203400" cy="9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E3E9ED"/>
                  </a:solidFill>
                </a:rPr>
                <a:t>Task 2</a:t>
              </a:r>
              <a:endParaRPr sz="400">
                <a:solidFill>
                  <a:srgbClr val="E3E9ED"/>
                </a:solidFill>
              </a:endParaRPr>
            </a:p>
          </p:txBody>
        </p:sp>
        <p:sp>
          <p:nvSpPr>
            <p:cNvPr id="8439" name="Google Shape;8439;p58"/>
            <p:cNvSpPr/>
            <p:nvPr/>
          </p:nvSpPr>
          <p:spPr>
            <a:xfrm>
              <a:off x="2750975" y="964961"/>
              <a:ext cx="325500" cy="42600"/>
            </a:xfrm>
            <a:prstGeom prst="rect">
              <a:avLst/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440" name="Google Shape;8440;p58"/>
          <p:cNvGrpSpPr/>
          <p:nvPr/>
        </p:nvGrpSpPr>
        <p:grpSpPr>
          <a:xfrm>
            <a:off x="3355824" y="951642"/>
            <a:ext cx="2363393" cy="1005865"/>
            <a:chOff x="3292400" y="1193188"/>
            <a:chExt cx="2615240" cy="1131075"/>
          </a:xfrm>
        </p:grpSpPr>
        <p:sp>
          <p:nvSpPr>
            <p:cNvPr id="8441" name="Google Shape;8441;p58"/>
            <p:cNvSpPr/>
            <p:nvPr/>
          </p:nvSpPr>
          <p:spPr>
            <a:xfrm>
              <a:off x="3292400" y="1845763"/>
              <a:ext cx="370500" cy="478500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>
              <a:solidFill>
                <a:srgbClr val="ABBC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42" name="Google Shape;8442;p58"/>
            <p:cNvSpPr/>
            <p:nvPr/>
          </p:nvSpPr>
          <p:spPr>
            <a:xfrm>
              <a:off x="3292400" y="1314860"/>
              <a:ext cx="370500" cy="478500"/>
            </a:xfrm>
            <a:prstGeom prst="round2DiagRect">
              <a:avLst>
                <a:gd name="adj1" fmla="val 16667"/>
                <a:gd name="adj2" fmla="val 0"/>
              </a:avLst>
            </a:pr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43" name="Google Shape;8443;p58"/>
            <p:cNvSpPr txBox="1"/>
            <p:nvPr/>
          </p:nvSpPr>
          <p:spPr>
            <a:xfrm flipH="1">
              <a:off x="3678794" y="1193199"/>
              <a:ext cx="3705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JANUARY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44" name="Google Shape;8444;p58"/>
            <p:cNvSpPr txBox="1"/>
            <p:nvPr/>
          </p:nvSpPr>
          <p:spPr>
            <a:xfrm flipH="1">
              <a:off x="4051671" y="1193188"/>
              <a:ext cx="4014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FEBRUARY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45" name="Google Shape;8445;p58"/>
            <p:cNvSpPr txBox="1"/>
            <p:nvPr/>
          </p:nvSpPr>
          <p:spPr>
            <a:xfrm flipH="1">
              <a:off x="4453057" y="1193188"/>
              <a:ext cx="3480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MARCH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46" name="Google Shape;8446;p58"/>
            <p:cNvSpPr txBox="1"/>
            <p:nvPr/>
          </p:nvSpPr>
          <p:spPr>
            <a:xfrm flipH="1">
              <a:off x="4831790" y="1193197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APRIL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47" name="Google Shape;8447;p58"/>
            <p:cNvSpPr txBox="1"/>
            <p:nvPr/>
          </p:nvSpPr>
          <p:spPr>
            <a:xfrm flipH="1">
              <a:off x="5186134" y="1193197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MAY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48" name="Google Shape;8448;p58"/>
            <p:cNvSpPr txBox="1"/>
            <p:nvPr/>
          </p:nvSpPr>
          <p:spPr>
            <a:xfrm flipH="1">
              <a:off x="5562148" y="1193197"/>
              <a:ext cx="313200" cy="8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JUNE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49" name="Google Shape;8449;p58"/>
            <p:cNvSpPr txBox="1"/>
            <p:nvPr/>
          </p:nvSpPr>
          <p:spPr>
            <a:xfrm flipH="1">
              <a:off x="3349576" y="1372466"/>
              <a:ext cx="2727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PHASE 1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50" name="Google Shape;8450;p58"/>
            <p:cNvSpPr txBox="1"/>
            <p:nvPr/>
          </p:nvSpPr>
          <p:spPr>
            <a:xfrm flipH="1">
              <a:off x="3349579" y="1895516"/>
              <a:ext cx="2727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r" rtl="0"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PHASE 2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51" name="Google Shape;8451;p58"/>
            <p:cNvSpPr txBox="1"/>
            <p:nvPr/>
          </p:nvSpPr>
          <p:spPr>
            <a:xfrm flipH="1">
              <a:off x="3355878" y="1543623"/>
              <a:ext cx="256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r" rtl="0">
                <a:lnSpc>
                  <a:spcPct val="115000"/>
                </a:lnSpc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Task 1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52" name="Google Shape;8452;p58"/>
            <p:cNvSpPr txBox="1"/>
            <p:nvPr/>
          </p:nvSpPr>
          <p:spPr>
            <a:xfrm flipH="1">
              <a:off x="3355878" y="1720328"/>
              <a:ext cx="256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r" rtl="0">
                <a:lnSpc>
                  <a:spcPct val="115000"/>
                </a:lnSpc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Task 2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53" name="Google Shape;8453;p58"/>
            <p:cNvSpPr txBox="1"/>
            <p:nvPr/>
          </p:nvSpPr>
          <p:spPr>
            <a:xfrm flipH="1">
              <a:off x="3355878" y="2072220"/>
              <a:ext cx="256200" cy="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r" rtl="0">
                <a:lnSpc>
                  <a:spcPct val="115000"/>
                </a:lnSpc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Task 1</a:t>
              </a:r>
              <a:endParaRPr sz="400">
                <a:solidFill>
                  <a:srgbClr val="FFFFFF"/>
                </a:solidFill>
              </a:endParaRPr>
            </a:p>
          </p:txBody>
        </p:sp>
        <p:sp>
          <p:nvSpPr>
            <p:cNvPr id="8454" name="Google Shape;8454;p58"/>
            <p:cNvSpPr txBox="1"/>
            <p:nvPr/>
          </p:nvSpPr>
          <p:spPr>
            <a:xfrm flipH="1">
              <a:off x="3355889" y="2248920"/>
              <a:ext cx="256200" cy="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r" rtl="0">
                <a:lnSpc>
                  <a:spcPct val="115000"/>
                </a:lnSpc>
                <a:spcBef>
                  <a:spcPct val="0"/>
                </a:spcBef>
                <a:spcAft>
                  <a:spcPts val="1600"/>
                </a:spcAft>
                <a:buNone/>
              </a:pPr>
              <a:r>
                <a:rPr lang="en" sz="400">
                  <a:solidFill>
                    <a:srgbClr val="FFFFFF"/>
                  </a:solidFill>
                </a:rPr>
                <a:t>Task 2</a:t>
              </a:r>
              <a:endParaRPr sz="400">
                <a:solidFill>
                  <a:srgbClr val="FFFFFF"/>
                </a:solidFill>
              </a:endParaRPr>
            </a:p>
          </p:txBody>
        </p:sp>
        <p:grpSp>
          <p:nvGrpSpPr>
            <p:cNvPr id="8455" name="Google Shape;8455;p58"/>
            <p:cNvGrpSpPr/>
            <p:nvPr/>
          </p:nvGrpSpPr>
          <p:grpSpPr>
            <a:xfrm>
              <a:off x="3748438" y="1378608"/>
              <a:ext cx="2159202" cy="903971"/>
              <a:chOff x="1683525" y="2179850"/>
              <a:chExt cx="4519050" cy="2134525"/>
            </a:xfrm>
          </p:grpSpPr>
          <p:sp>
            <p:nvSpPr>
              <p:cNvPr id="8456" name="Google Shape;8456;p58"/>
              <p:cNvSpPr/>
              <p:nvPr/>
            </p:nvSpPr>
            <p:spPr>
              <a:xfrm>
                <a:off x="1683525" y="2179850"/>
                <a:ext cx="4519050" cy="53925"/>
              </a:xfrm>
              <a:custGeom>
                <a:rect l="l" t="t" r="r" b="b"/>
                <a:pathLst>
                  <a:path w="180762" h="2157" extrusionOk="0">
                    <a:moveTo>
                      <a:pt x="1072" y="1"/>
                    </a:moveTo>
                    <a:cubicBezTo>
                      <a:pt x="477" y="1"/>
                      <a:pt x="1" y="477"/>
                      <a:pt x="1" y="1073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73"/>
                    </a:cubicBezTo>
                    <a:cubicBezTo>
                      <a:pt x="180761" y="477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57" name="Google Shape;8457;p58"/>
              <p:cNvSpPr/>
              <p:nvPr/>
            </p:nvSpPr>
            <p:spPr>
              <a:xfrm>
                <a:off x="1683525" y="2595975"/>
                <a:ext cx="4519050" cy="53900"/>
              </a:xfrm>
              <a:custGeom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84"/>
                    </a:cubicBezTo>
                    <a:cubicBezTo>
                      <a:pt x="180761" y="489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58" name="Google Shape;8458;p58"/>
              <p:cNvSpPr/>
              <p:nvPr/>
            </p:nvSpPr>
            <p:spPr>
              <a:xfrm>
                <a:off x="1683525" y="3012100"/>
                <a:ext cx="4519050" cy="53900"/>
              </a:xfrm>
              <a:custGeom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80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68"/>
                      <a:pt x="180761" y="1072"/>
                    </a:cubicBezTo>
                    <a:cubicBezTo>
                      <a:pt x="180761" y="477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59" name="Google Shape;8459;p58"/>
              <p:cNvSpPr/>
              <p:nvPr/>
            </p:nvSpPr>
            <p:spPr>
              <a:xfrm>
                <a:off x="1683525" y="3428225"/>
                <a:ext cx="4519050" cy="53900"/>
              </a:xfrm>
              <a:custGeom>
                <a:rect l="l" t="t" r="r" b="b"/>
                <a:pathLst>
                  <a:path w="180762" h="2156" extrusionOk="0">
                    <a:moveTo>
                      <a:pt x="1072" y="1"/>
                    </a:moveTo>
                    <a:cubicBezTo>
                      <a:pt x="477" y="1"/>
                      <a:pt x="1" y="489"/>
                      <a:pt x="1" y="1084"/>
                    </a:cubicBezTo>
                    <a:cubicBezTo>
                      <a:pt x="1" y="1679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79"/>
                      <a:pt x="180761" y="1084"/>
                    </a:cubicBezTo>
                    <a:cubicBezTo>
                      <a:pt x="180761" y="489"/>
                      <a:pt x="180273" y="1"/>
                      <a:pt x="179678" y="1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60" name="Google Shape;8460;p58"/>
              <p:cNvSpPr/>
              <p:nvPr/>
            </p:nvSpPr>
            <p:spPr>
              <a:xfrm>
                <a:off x="1683525" y="3844350"/>
                <a:ext cx="4519050" cy="53900"/>
              </a:xfrm>
              <a:custGeom>
                <a:rect l="l" t="t" r="r" b="b"/>
                <a:pathLst>
                  <a:path w="180762" h="2156" extrusionOk="0">
                    <a:moveTo>
                      <a:pt x="548" y="1"/>
                    </a:moveTo>
                    <a:cubicBezTo>
                      <a:pt x="251" y="1"/>
                      <a:pt x="1" y="251"/>
                      <a:pt x="1" y="560"/>
                    </a:cubicBezTo>
                    <a:lnTo>
                      <a:pt x="1" y="1608"/>
                    </a:lnTo>
                    <a:cubicBezTo>
                      <a:pt x="1" y="1917"/>
                      <a:pt x="251" y="2156"/>
                      <a:pt x="548" y="2156"/>
                    </a:cubicBezTo>
                    <a:lnTo>
                      <a:pt x="180202" y="2156"/>
                    </a:lnTo>
                    <a:cubicBezTo>
                      <a:pt x="180511" y="2156"/>
                      <a:pt x="180761" y="1917"/>
                      <a:pt x="180761" y="1608"/>
                    </a:cubicBezTo>
                    <a:lnTo>
                      <a:pt x="180761" y="560"/>
                    </a:lnTo>
                    <a:cubicBezTo>
                      <a:pt x="180761" y="251"/>
                      <a:pt x="180511" y="1"/>
                      <a:pt x="180202" y="1"/>
                    </a:cubicBezTo>
                    <a:close/>
                  </a:path>
                </a:pathLst>
              </a:custGeom>
              <a:solidFill>
                <a:srgbClr val="7994A9">
                  <a:alpha val="647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61" name="Google Shape;8461;p58"/>
              <p:cNvSpPr/>
              <p:nvPr/>
            </p:nvSpPr>
            <p:spPr>
              <a:xfrm>
                <a:off x="1683525" y="4260475"/>
                <a:ext cx="4519050" cy="53900"/>
              </a:xfrm>
              <a:custGeom>
                <a:rect l="l" t="t" r="r" b="b"/>
                <a:pathLst>
                  <a:path w="180762" h="2156" extrusionOk="0">
                    <a:moveTo>
                      <a:pt x="1072" y="0"/>
                    </a:moveTo>
                    <a:cubicBezTo>
                      <a:pt x="477" y="0"/>
                      <a:pt x="1" y="489"/>
                      <a:pt x="1" y="1084"/>
                    </a:cubicBezTo>
                    <a:cubicBezTo>
                      <a:pt x="1" y="1679"/>
                      <a:pt x="477" y="2156"/>
                      <a:pt x="1072" y="2156"/>
                    </a:cubicBezTo>
                    <a:lnTo>
                      <a:pt x="179678" y="2156"/>
                    </a:lnTo>
                    <a:cubicBezTo>
                      <a:pt x="180273" y="2156"/>
                      <a:pt x="180761" y="1679"/>
                      <a:pt x="180761" y="1084"/>
                    </a:cubicBezTo>
                    <a:cubicBezTo>
                      <a:pt x="180761" y="489"/>
                      <a:pt x="180273" y="0"/>
                      <a:pt x="179678" y="0"/>
                    </a:cubicBezTo>
                    <a:close/>
                  </a:path>
                </a:pathLst>
              </a:custGeom>
              <a:solidFill>
                <a:srgbClr val="374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62" name="Google Shape;8462;p58"/>
              <p:cNvSpPr/>
              <p:nvPr/>
            </p:nvSpPr>
            <p:spPr>
              <a:xfrm>
                <a:off x="1683525" y="2179850"/>
                <a:ext cx="921275" cy="53925"/>
              </a:xfrm>
              <a:custGeom>
                <a:rect l="l" t="t" r="r" b="b"/>
                <a:pathLst>
                  <a:path w="36851" h="2157" extrusionOk="0">
                    <a:moveTo>
                      <a:pt x="1072" y="1"/>
                    </a:moveTo>
                    <a:cubicBezTo>
                      <a:pt x="477" y="1"/>
                      <a:pt x="1" y="477"/>
                      <a:pt x="1" y="1073"/>
                    </a:cubicBezTo>
                    <a:cubicBezTo>
                      <a:pt x="1" y="1668"/>
                      <a:pt x="477" y="2156"/>
                      <a:pt x="1072" y="2156"/>
                    </a:cubicBezTo>
                    <a:lnTo>
                      <a:pt x="35767" y="2156"/>
                    </a:lnTo>
                    <a:cubicBezTo>
                      <a:pt x="36362" y="2156"/>
                      <a:pt x="36851" y="1668"/>
                      <a:pt x="36851" y="1073"/>
                    </a:cubicBezTo>
                    <a:cubicBezTo>
                      <a:pt x="36851" y="477"/>
                      <a:pt x="36362" y="1"/>
                      <a:pt x="35767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63" name="Google Shape;8463;p58"/>
              <p:cNvSpPr/>
              <p:nvPr/>
            </p:nvSpPr>
            <p:spPr>
              <a:xfrm>
                <a:off x="2166625" y="2595975"/>
                <a:ext cx="2036900" cy="53900"/>
              </a:xfrm>
              <a:custGeom>
                <a:rect l="l" t="t" r="r" b="b"/>
                <a:pathLst>
                  <a:path w="81476" h="2156" extrusionOk="0">
                    <a:moveTo>
                      <a:pt x="1084" y="1"/>
                    </a:moveTo>
                    <a:cubicBezTo>
                      <a:pt x="489" y="1"/>
                      <a:pt x="1" y="489"/>
                      <a:pt x="1" y="1084"/>
                    </a:cubicBezTo>
                    <a:cubicBezTo>
                      <a:pt x="1" y="1668"/>
                      <a:pt x="489" y="2156"/>
                      <a:pt x="1084" y="2156"/>
                    </a:cubicBezTo>
                    <a:lnTo>
                      <a:pt x="80392" y="2156"/>
                    </a:lnTo>
                    <a:cubicBezTo>
                      <a:pt x="80987" y="2156"/>
                      <a:pt x="81475" y="1668"/>
                      <a:pt x="81475" y="1084"/>
                    </a:cubicBezTo>
                    <a:cubicBezTo>
                      <a:pt x="81475" y="489"/>
                      <a:pt x="80987" y="1"/>
                      <a:pt x="80392" y="1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64" name="Google Shape;8464;p58"/>
              <p:cNvSpPr/>
              <p:nvPr/>
            </p:nvSpPr>
            <p:spPr>
              <a:xfrm>
                <a:off x="2808675" y="3012100"/>
                <a:ext cx="1082000" cy="53900"/>
              </a:xfrm>
              <a:custGeom>
                <a:rect l="l" t="t" r="r" b="b"/>
                <a:pathLst>
                  <a:path w="43280" h="2156" extrusionOk="0">
                    <a:moveTo>
                      <a:pt x="1072" y="1"/>
                    </a:moveTo>
                    <a:cubicBezTo>
                      <a:pt x="477" y="1"/>
                      <a:pt x="0" y="477"/>
                      <a:pt x="0" y="1072"/>
                    </a:cubicBezTo>
                    <a:cubicBezTo>
                      <a:pt x="0" y="1668"/>
                      <a:pt x="477" y="2156"/>
                      <a:pt x="1072" y="2156"/>
                    </a:cubicBezTo>
                    <a:lnTo>
                      <a:pt x="42196" y="2156"/>
                    </a:lnTo>
                    <a:cubicBezTo>
                      <a:pt x="42791" y="2156"/>
                      <a:pt x="43280" y="1668"/>
                      <a:pt x="43280" y="1072"/>
                    </a:cubicBezTo>
                    <a:cubicBezTo>
                      <a:pt x="43280" y="477"/>
                      <a:pt x="42791" y="1"/>
                      <a:pt x="42196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65" name="Google Shape;8465;p58"/>
              <p:cNvSpPr/>
              <p:nvPr/>
            </p:nvSpPr>
            <p:spPr>
              <a:xfrm>
                <a:off x="2942925" y="3428225"/>
                <a:ext cx="2044925" cy="53900"/>
              </a:xfrm>
              <a:custGeom>
                <a:rect l="l" t="t" r="r" b="b"/>
                <a:pathLst>
                  <a:path w="81797" h="2156" extrusionOk="0">
                    <a:moveTo>
                      <a:pt x="1084" y="1"/>
                    </a:moveTo>
                    <a:cubicBezTo>
                      <a:pt x="488" y="1"/>
                      <a:pt x="0" y="489"/>
                      <a:pt x="12" y="1084"/>
                    </a:cubicBezTo>
                    <a:cubicBezTo>
                      <a:pt x="12" y="1679"/>
                      <a:pt x="488" y="2156"/>
                      <a:pt x="1084" y="2156"/>
                    </a:cubicBezTo>
                    <a:lnTo>
                      <a:pt x="80713" y="2156"/>
                    </a:lnTo>
                    <a:cubicBezTo>
                      <a:pt x="81308" y="2156"/>
                      <a:pt x="81796" y="1679"/>
                      <a:pt x="81796" y="1084"/>
                    </a:cubicBezTo>
                    <a:cubicBezTo>
                      <a:pt x="81796" y="489"/>
                      <a:pt x="81308" y="1"/>
                      <a:pt x="80713" y="1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66" name="Google Shape;8466;p58"/>
              <p:cNvSpPr/>
              <p:nvPr/>
            </p:nvSpPr>
            <p:spPr>
              <a:xfrm>
                <a:off x="3933825" y="3844350"/>
                <a:ext cx="1650825" cy="53900"/>
              </a:xfrm>
              <a:custGeom>
                <a:rect l="l" t="t" r="r" b="b"/>
                <a:pathLst>
                  <a:path w="66033" h="2156" extrusionOk="0">
                    <a:moveTo>
                      <a:pt x="548" y="1"/>
                    </a:moveTo>
                    <a:cubicBezTo>
                      <a:pt x="238" y="1"/>
                      <a:pt x="0" y="251"/>
                      <a:pt x="0" y="560"/>
                    </a:cubicBezTo>
                    <a:lnTo>
                      <a:pt x="0" y="1608"/>
                    </a:lnTo>
                    <a:cubicBezTo>
                      <a:pt x="0" y="1917"/>
                      <a:pt x="238" y="2156"/>
                      <a:pt x="548" y="2156"/>
                    </a:cubicBezTo>
                    <a:lnTo>
                      <a:pt x="65472" y="2156"/>
                    </a:lnTo>
                    <a:cubicBezTo>
                      <a:pt x="65782" y="2156"/>
                      <a:pt x="66032" y="1917"/>
                      <a:pt x="66032" y="1608"/>
                    </a:cubicBezTo>
                    <a:lnTo>
                      <a:pt x="66032" y="560"/>
                    </a:lnTo>
                    <a:cubicBezTo>
                      <a:pt x="66032" y="251"/>
                      <a:pt x="65782" y="1"/>
                      <a:pt x="65472" y="1"/>
                    </a:cubicBezTo>
                    <a:close/>
                  </a:path>
                </a:pathLst>
              </a:custGeom>
              <a:solidFill>
                <a:srgbClr val="7994A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  <p:sp>
            <p:nvSpPr>
              <p:cNvPr id="8467" name="Google Shape;8467;p58"/>
              <p:cNvSpPr/>
              <p:nvPr/>
            </p:nvSpPr>
            <p:spPr>
              <a:xfrm>
                <a:off x="5058950" y="4260775"/>
                <a:ext cx="1143625" cy="53600"/>
              </a:xfrm>
              <a:custGeom>
                <a:rect l="l" t="t" r="r" b="b"/>
                <a:pathLst>
                  <a:path w="45745" h="2144" extrusionOk="0">
                    <a:moveTo>
                      <a:pt x="1072" y="0"/>
                    </a:moveTo>
                    <a:cubicBezTo>
                      <a:pt x="477" y="0"/>
                      <a:pt x="1" y="477"/>
                      <a:pt x="1" y="1072"/>
                    </a:cubicBezTo>
                    <a:cubicBezTo>
                      <a:pt x="1" y="1667"/>
                      <a:pt x="477" y="2144"/>
                      <a:pt x="1072" y="2144"/>
                    </a:cubicBezTo>
                    <a:lnTo>
                      <a:pt x="44661" y="2144"/>
                    </a:lnTo>
                    <a:cubicBezTo>
                      <a:pt x="45256" y="2144"/>
                      <a:pt x="45744" y="1667"/>
                      <a:pt x="45744" y="1072"/>
                    </a:cubicBezTo>
                    <a:cubicBezTo>
                      <a:pt x="45744" y="477"/>
                      <a:pt x="45256" y="0"/>
                      <a:pt x="44661" y="0"/>
                    </a:cubicBezTo>
                    <a:close/>
                  </a:path>
                </a:pathLst>
              </a:custGeom>
              <a:solidFill>
                <a:srgbClr val="D7DFE5">
                  <a:alpha val="659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4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19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6">
      <vt:lpstr>Arial</vt:lpstr>
      <vt:lpstr>Calibri</vt:lpstr>
      <vt:lpstr>Proxima Nova</vt:lpstr>
      <vt:lpstr>Amatic SC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2026-08-03T14:31:57.537</cp:lastPrinted>
  <dcterms:created xsi:type="dcterms:W3CDTF">2026-08-03T14:31:57Z</dcterms:created>
  <dcterms:modified xsi:type="dcterms:W3CDTF">2026-08-03T14:31:57Z</dcterms:modified>
</cp:coreProperties>
</file>