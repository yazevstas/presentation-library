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305"/>
        <p:cNvGrpSpPr/>
        <p:nvPr/>
      </p:nvGrpSpPr>
      <p:grpSpPr>
        <a:xfrm>
          <a:off x="0" y="0"/>
          <a:ext cx="0" cy="0"/>
        </a:xfrm>
      </p:grpSpPr>
      <p:sp>
        <p:nvSpPr>
          <p:cNvPr id="8306" name="Google Shape;8306;g2574187ba63_7_6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7" name="Google Shape;8307;g2574187ba63_7_6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FA78FC3-A149-449F-9FC2-1A4EC695022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D27F53E-E41B-4E3E-A214-C67EDF254E7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2D63B28-CB60-4013-8495-EE7675F0215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6D2D17A-0F5B-49B0-98F3-FED35ED42E6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DB0BD5D-A423-4523-91EE-5BC7057E50B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A3A4D7E-066E-42DF-9B12-21A26856A30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058E8D32-657B-447E-A9B9-6E45FAD4EA9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CD91CE4-0044-4A3D-9E76-6C71D1845E4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1514856-99F5-4CBF-87EF-B8550F3456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1C09C64-3CA0-4A49-A9AB-4E97612D61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16CD9C9-FC7E-40BB-B66A-897F9DC06D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08"/>
        <p:cNvGrpSpPr/>
        <p:nvPr/>
      </p:nvGrpSpPr>
      <p:grpSpPr>
        <a:xfrm>
          <a:off x="0" y="0"/>
          <a:ext cx="0" cy="0"/>
        </a:xfrm>
      </p:grpSpPr>
      <p:grpSp>
        <p:nvGrpSpPr>
          <p:cNvPr id="8309" name="Google Shape;8309;p58"/>
          <p:cNvGrpSpPr/>
          <p:nvPr/>
        </p:nvGrpSpPr>
        <p:grpSpPr>
          <a:xfrm>
            <a:off x="702088" y="3155922"/>
            <a:ext cx="2390414" cy="1024800"/>
            <a:chOff x="728925" y="3296613"/>
            <a:chExt cx="2390414" cy="1024800"/>
          </a:xfrm>
        </p:grpSpPr>
        <p:grpSp>
          <p:nvGrpSpPr>
            <p:cNvPr id="8310" name="Google Shape;8310;p58"/>
            <p:cNvGrpSpPr/>
            <p:nvPr/>
          </p:nvGrpSpPr>
          <p:grpSpPr>
            <a:xfrm>
              <a:off x="728925" y="3619800"/>
              <a:ext cx="2390414" cy="500893"/>
              <a:chOff x="728925" y="3619800"/>
              <a:chExt cx="2390414" cy="500893"/>
            </a:xfrm>
          </p:grpSpPr>
          <p:sp>
            <p:nvSpPr>
              <p:cNvPr id="8311" name="Google Shape;8311;p58"/>
              <p:cNvSpPr/>
              <p:nvPr/>
            </p:nvSpPr>
            <p:spPr>
              <a:xfrm>
                <a:off x="728925" y="3619800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2" name="Google Shape;8312;p58"/>
              <p:cNvSpPr/>
              <p:nvPr/>
            </p:nvSpPr>
            <p:spPr>
              <a:xfrm>
                <a:off x="728939" y="3953593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3" name="Google Shape;8313;p58"/>
            <p:cNvGrpSpPr/>
            <p:nvPr/>
          </p:nvGrpSpPr>
          <p:grpSpPr>
            <a:xfrm>
              <a:off x="1348050" y="3296613"/>
              <a:ext cx="1706152" cy="1024800"/>
              <a:chOff x="1348050" y="3296613"/>
              <a:chExt cx="1706152" cy="1024800"/>
            </a:xfrm>
          </p:grpSpPr>
          <p:sp>
            <p:nvSpPr>
              <p:cNvPr id="8314" name="Google Shape;8314;p58"/>
              <p:cNvSpPr/>
              <p:nvPr/>
            </p:nvSpPr>
            <p:spPr>
              <a:xfrm>
                <a:off x="1348050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5" name="Google Shape;8315;p58"/>
              <p:cNvSpPr/>
              <p:nvPr/>
            </p:nvSpPr>
            <p:spPr>
              <a:xfrm>
                <a:off x="168708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6" name="Google Shape;8316;p58"/>
              <p:cNvSpPr/>
              <p:nvPr/>
            </p:nvSpPr>
            <p:spPr>
              <a:xfrm>
                <a:off x="2040389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7" name="Google Shape;8317;p58"/>
              <p:cNvSpPr/>
              <p:nvPr/>
            </p:nvSpPr>
            <p:spPr>
              <a:xfrm>
                <a:off x="2393695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8" name="Google Shape;8318;p58"/>
              <p:cNvSpPr/>
              <p:nvPr/>
            </p:nvSpPr>
            <p:spPr>
              <a:xfrm>
                <a:off x="274700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9" name="Google Shape;8319;p58"/>
            <p:cNvGrpSpPr/>
            <p:nvPr/>
          </p:nvGrpSpPr>
          <p:grpSpPr>
            <a:xfrm>
              <a:off x="1455707" y="3654858"/>
              <a:ext cx="1491150" cy="417657"/>
              <a:chOff x="1455707" y="3654858"/>
              <a:chExt cx="1491150" cy="417657"/>
            </a:xfrm>
          </p:grpSpPr>
          <p:sp>
            <p:nvSpPr>
              <p:cNvPr id="8320" name="Google Shape;8320;p58"/>
              <p:cNvSpPr/>
              <p:nvPr/>
            </p:nvSpPr>
            <p:spPr>
              <a:xfrm>
                <a:off x="1472938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1" name="Google Shape;8321;p58"/>
              <p:cNvSpPr/>
              <p:nvPr/>
            </p:nvSpPr>
            <p:spPr>
              <a:xfrm>
                <a:off x="1490853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2" name="Google Shape;8322;p58"/>
              <p:cNvSpPr/>
              <p:nvPr/>
            </p:nvSpPr>
            <p:spPr>
              <a:xfrm>
                <a:off x="181918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3" name="Google Shape;8323;p58"/>
              <p:cNvSpPr/>
              <p:nvPr/>
            </p:nvSpPr>
            <p:spPr>
              <a:xfrm>
                <a:off x="183709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4" name="Google Shape;8324;p58"/>
              <p:cNvSpPr/>
              <p:nvPr/>
            </p:nvSpPr>
            <p:spPr>
              <a:xfrm>
                <a:off x="1478676" y="400820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5" name="Google Shape;8325;p58"/>
              <p:cNvSpPr/>
              <p:nvPr/>
            </p:nvSpPr>
            <p:spPr>
              <a:xfrm>
                <a:off x="1455707" y="400797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6" name="Google Shape;8326;p58"/>
              <p:cNvSpPr/>
              <p:nvPr/>
            </p:nvSpPr>
            <p:spPr>
              <a:xfrm>
                <a:off x="184157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7" name="Google Shape;8327;p58"/>
              <p:cNvSpPr/>
              <p:nvPr/>
            </p:nvSpPr>
            <p:spPr>
              <a:xfrm>
                <a:off x="181861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8" name="Google Shape;8328;p58"/>
              <p:cNvSpPr/>
              <p:nvPr/>
            </p:nvSpPr>
            <p:spPr>
              <a:xfrm>
                <a:off x="217249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9" name="Google Shape;8329;p58"/>
              <p:cNvSpPr/>
              <p:nvPr/>
            </p:nvSpPr>
            <p:spPr>
              <a:xfrm>
                <a:off x="219040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0" name="Google Shape;8330;p58"/>
              <p:cNvSpPr/>
              <p:nvPr/>
            </p:nvSpPr>
            <p:spPr>
              <a:xfrm>
                <a:off x="219488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1" name="Google Shape;8331;p58"/>
              <p:cNvSpPr/>
              <p:nvPr/>
            </p:nvSpPr>
            <p:spPr>
              <a:xfrm>
                <a:off x="217192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2" name="Google Shape;8332;p58"/>
              <p:cNvSpPr/>
              <p:nvPr/>
            </p:nvSpPr>
            <p:spPr>
              <a:xfrm>
                <a:off x="2874730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3" name="Google Shape;8333;p58"/>
              <p:cNvSpPr/>
              <p:nvPr/>
            </p:nvSpPr>
            <p:spPr>
              <a:xfrm>
                <a:off x="2892645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4" name="Google Shape;8334;p58"/>
              <p:cNvSpPr/>
              <p:nvPr/>
            </p:nvSpPr>
            <p:spPr>
              <a:xfrm>
                <a:off x="2901559" y="400551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5" name="Google Shape;8335;p58"/>
              <p:cNvSpPr/>
              <p:nvPr/>
            </p:nvSpPr>
            <p:spPr>
              <a:xfrm>
                <a:off x="2878589" y="400528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6" name="Google Shape;8336;p58"/>
              <p:cNvSpPr/>
              <p:nvPr/>
            </p:nvSpPr>
            <p:spPr>
              <a:xfrm>
                <a:off x="2525796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7" name="Google Shape;8337;p58"/>
              <p:cNvSpPr/>
              <p:nvPr/>
            </p:nvSpPr>
            <p:spPr>
              <a:xfrm>
                <a:off x="2543711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8" name="Google Shape;8338;p58"/>
              <p:cNvSpPr/>
              <p:nvPr/>
            </p:nvSpPr>
            <p:spPr>
              <a:xfrm>
                <a:off x="2548194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9" name="Google Shape;8339;p58"/>
              <p:cNvSpPr/>
              <p:nvPr/>
            </p:nvSpPr>
            <p:spPr>
              <a:xfrm>
                <a:off x="2525225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340" name="Google Shape;8340;p58"/>
          <p:cNvGraphicFramePr>
            <a:graphicFrameLocks noGrp="1"/>
          </p:cNvGraphicFramePr>
          <p:nvPr/>
        </p:nvGraphicFramePr>
        <p:xfrm>
          <a:off x="5937787" y="2153834"/>
          <a:ext cx="2504100" cy="86478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341" name="Google Shape;8341;p58"/>
          <p:cNvGrpSpPr/>
          <p:nvPr/>
        </p:nvGrpSpPr>
        <p:grpSpPr>
          <a:xfrm>
            <a:off x="710464" y="981599"/>
            <a:ext cx="2396505" cy="976502"/>
            <a:chOff x="749309" y="1112739"/>
            <a:chExt cx="2371603" cy="976502"/>
          </a:xfrm>
        </p:grpSpPr>
        <p:grpSp>
          <p:nvGrpSpPr>
            <p:cNvPr id="8342" name="Google Shape;8342;p58"/>
            <p:cNvGrpSpPr/>
            <p:nvPr/>
          </p:nvGrpSpPr>
          <p:grpSpPr>
            <a:xfrm>
              <a:off x="1092126" y="1112739"/>
              <a:ext cx="2028786" cy="975464"/>
              <a:chOff x="1092126" y="1112739"/>
              <a:chExt cx="2028786" cy="975464"/>
            </a:xfrm>
          </p:grpSpPr>
          <p:sp>
            <p:nvSpPr>
              <p:cNvPr id="8343" name="Google Shape;8343;p58"/>
              <p:cNvSpPr/>
              <p:nvPr/>
            </p:nvSpPr>
            <p:spPr>
              <a:xfrm>
                <a:off x="1092126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4" name="Google Shape;8344;p58"/>
              <p:cNvSpPr/>
              <p:nvPr/>
            </p:nvSpPr>
            <p:spPr>
              <a:xfrm>
                <a:off x="1434943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5" name="Google Shape;8345;p58"/>
              <p:cNvSpPr/>
              <p:nvPr/>
            </p:nvSpPr>
            <p:spPr>
              <a:xfrm>
                <a:off x="1777760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6" name="Google Shape;8346;p58"/>
              <p:cNvSpPr/>
              <p:nvPr/>
            </p:nvSpPr>
            <p:spPr>
              <a:xfrm>
                <a:off x="2120578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7" name="Google Shape;8347;p58"/>
              <p:cNvSpPr/>
              <p:nvPr/>
            </p:nvSpPr>
            <p:spPr>
              <a:xfrm>
                <a:off x="2463395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8" name="Google Shape;8348;p58"/>
              <p:cNvSpPr/>
              <p:nvPr/>
            </p:nvSpPr>
            <p:spPr>
              <a:xfrm>
                <a:off x="2806212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9" name="Google Shape;8349;p58"/>
              <p:cNvSpPr/>
              <p:nvPr/>
            </p:nvSpPr>
            <p:spPr>
              <a:xfrm>
                <a:off x="1092126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0" name="Google Shape;8350;p58"/>
              <p:cNvSpPr/>
              <p:nvPr/>
            </p:nvSpPr>
            <p:spPr>
              <a:xfrm>
                <a:off x="1434943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1" name="Google Shape;8351;p58"/>
              <p:cNvSpPr/>
              <p:nvPr/>
            </p:nvSpPr>
            <p:spPr>
              <a:xfrm>
                <a:off x="1777760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2" name="Google Shape;8352;p58"/>
              <p:cNvSpPr/>
              <p:nvPr/>
            </p:nvSpPr>
            <p:spPr>
              <a:xfrm>
                <a:off x="2120578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3" name="Google Shape;8353;p58"/>
              <p:cNvSpPr/>
              <p:nvPr/>
            </p:nvSpPr>
            <p:spPr>
              <a:xfrm>
                <a:off x="2463395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4" name="Google Shape;8354;p58"/>
              <p:cNvSpPr/>
              <p:nvPr/>
            </p:nvSpPr>
            <p:spPr>
              <a:xfrm>
                <a:off x="2806212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5" name="Google Shape;8355;p58"/>
              <p:cNvSpPr/>
              <p:nvPr/>
            </p:nvSpPr>
            <p:spPr>
              <a:xfrm>
                <a:off x="1092126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6" name="Google Shape;8356;p58"/>
              <p:cNvSpPr/>
              <p:nvPr/>
            </p:nvSpPr>
            <p:spPr>
              <a:xfrm>
                <a:off x="1434943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7" name="Google Shape;8357;p58"/>
              <p:cNvSpPr/>
              <p:nvPr/>
            </p:nvSpPr>
            <p:spPr>
              <a:xfrm>
                <a:off x="1777760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8" name="Google Shape;8358;p58"/>
              <p:cNvSpPr/>
              <p:nvPr/>
            </p:nvSpPr>
            <p:spPr>
              <a:xfrm>
                <a:off x="2120578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9" name="Google Shape;8359;p58"/>
              <p:cNvSpPr/>
              <p:nvPr/>
            </p:nvSpPr>
            <p:spPr>
              <a:xfrm>
                <a:off x="2463395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0" name="Google Shape;8360;p58"/>
              <p:cNvSpPr/>
              <p:nvPr/>
            </p:nvSpPr>
            <p:spPr>
              <a:xfrm>
                <a:off x="2806212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1" name="Google Shape;8361;p58"/>
              <p:cNvSpPr/>
              <p:nvPr/>
            </p:nvSpPr>
            <p:spPr>
              <a:xfrm>
                <a:off x="1092126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2" name="Google Shape;8362;p58"/>
              <p:cNvSpPr/>
              <p:nvPr/>
            </p:nvSpPr>
            <p:spPr>
              <a:xfrm>
                <a:off x="1434943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3" name="Google Shape;8363;p58"/>
              <p:cNvSpPr/>
              <p:nvPr/>
            </p:nvSpPr>
            <p:spPr>
              <a:xfrm>
                <a:off x="1777760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4" name="Google Shape;8364;p58"/>
              <p:cNvSpPr/>
              <p:nvPr/>
            </p:nvSpPr>
            <p:spPr>
              <a:xfrm>
                <a:off x="2120578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5" name="Google Shape;8365;p58"/>
              <p:cNvSpPr/>
              <p:nvPr/>
            </p:nvSpPr>
            <p:spPr>
              <a:xfrm>
                <a:off x="2463395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6" name="Google Shape;8366;p58"/>
              <p:cNvSpPr/>
              <p:nvPr/>
            </p:nvSpPr>
            <p:spPr>
              <a:xfrm>
                <a:off x="2806212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67" name="Google Shape;8367;p58"/>
            <p:cNvGrpSpPr/>
            <p:nvPr/>
          </p:nvGrpSpPr>
          <p:grpSpPr>
            <a:xfrm>
              <a:off x="749309" y="1112739"/>
              <a:ext cx="314700" cy="975464"/>
              <a:chOff x="749309" y="1112739"/>
              <a:chExt cx="314700" cy="975464"/>
            </a:xfrm>
          </p:grpSpPr>
          <p:sp>
            <p:nvSpPr>
              <p:cNvPr id="8368" name="Google Shape;8368;p58"/>
              <p:cNvSpPr/>
              <p:nvPr/>
            </p:nvSpPr>
            <p:spPr>
              <a:xfrm>
                <a:off x="749309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9" name="Google Shape;8369;p58"/>
              <p:cNvSpPr/>
              <p:nvPr/>
            </p:nvSpPr>
            <p:spPr>
              <a:xfrm>
                <a:off x="749309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0" name="Google Shape;8370;p58"/>
              <p:cNvSpPr/>
              <p:nvPr/>
            </p:nvSpPr>
            <p:spPr>
              <a:xfrm>
                <a:off x="749309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1" name="Google Shape;8371;p58"/>
              <p:cNvSpPr/>
              <p:nvPr/>
            </p:nvSpPr>
            <p:spPr>
              <a:xfrm>
                <a:off x="749309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372" name="Google Shape;8372;p58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3" name="Google Shape;8373;p58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4" name="Google Shape;8374;p58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5" name="Google Shape;8375;p58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aphicFrame>
        <p:nvGraphicFramePr>
          <p:cNvPr id="8376" name="Google Shape;8376;p58"/>
          <p:cNvGraphicFramePr>
            <a:graphicFrameLocks noGrp="1"/>
          </p:cNvGraphicFramePr>
          <p:nvPr/>
        </p:nvGraphicFramePr>
        <p:xfrm>
          <a:off x="5937812" y="981584"/>
          <a:ext cx="2504100" cy="97650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377" name="Google Shape;8377;p58"/>
          <p:cNvGraphicFramePr>
            <a:graphicFrameLocks noGrp="1"/>
          </p:cNvGraphicFramePr>
          <p:nvPr/>
        </p:nvGraphicFramePr>
        <p:xfrm>
          <a:off x="3358675" y="2153834"/>
          <a:ext cx="2363400" cy="868575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378" name="Google Shape;8378;p58"/>
          <p:cNvGrpSpPr/>
          <p:nvPr/>
        </p:nvGrpSpPr>
        <p:grpSpPr>
          <a:xfrm>
            <a:off x="3360661" y="3144795"/>
            <a:ext cx="2363377" cy="1047062"/>
            <a:chOff x="3358399" y="3285485"/>
            <a:chExt cx="2363377" cy="1047062"/>
          </a:xfrm>
        </p:grpSpPr>
        <p:grpSp>
          <p:nvGrpSpPr>
            <p:cNvPr id="8379" name="Google Shape;8379;p58"/>
            <p:cNvGrpSpPr/>
            <p:nvPr/>
          </p:nvGrpSpPr>
          <p:grpSpPr>
            <a:xfrm>
              <a:off x="3358412" y="3285485"/>
              <a:ext cx="2363244" cy="139500"/>
              <a:chOff x="3358412" y="3285485"/>
              <a:chExt cx="2363244" cy="139500"/>
            </a:xfrm>
          </p:grpSpPr>
          <p:sp>
            <p:nvSpPr>
              <p:cNvPr id="8380" name="Google Shape;8380;p58"/>
              <p:cNvSpPr/>
              <p:nvPr/>
            </p:nvSpPr>
            <p:spPr>
              <a:xfrm>
                <a:off x="3358412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1" name="Google Shape;8381;p58"/>
              <p:cNvSpPr/>
              <p:nvPr/>
            </p:nvSpPr>
            <p:spPr>
              <a:xfrm>
                <a:off x="3838898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2" name="Google Shape;8382;p58"/>
              <p:cNvSpPr/>
              <p:nvPr/>
            </p:nvSpPr>
            <p:spPr>
              <a:xfrm>
                <a:off x="4319384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3" name="Google Shape;8383;p58"/>
              <p:cNvSpPr/>
              <p:nvPr/>
            </p:nvSpPr>
            <p:spPr>
              <a:xfrm>
                <a:off x="4799870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4" name="Google Shape;8384;p58"/>
              <p:cNvSpPr/>
              <p:nvPr/>
            </p:nvSpPr>
            <p:spPr>
              <a:xfrm>
                <a:off x="5280356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85" name="Google Shape;8385;p58"/>
            <p:cNvGrpSpPr/>
            <p:nvPr/>
          </p:nvGrpSpPr>
          <p:grpSpPr>
            <a:xfrm>
              <a:off x="3358412" y="3466996"/>
              <a:ext cx="2363244" cy="139500"/>
              <a:chOff x="3358412" y="3466996"/>
              <a:chExt cx="2363244" cy="139500"/>
            </a:xfrm>
          </p:grpSpPr>
          <p:sp>
            <p:nvSpPr>
              <p:cNvPr id="8386" name="Google Shape;8386;p58"/>
              <p:cNvSpPr/>
              <p:nvPr/>
            </p:nvSpPr>
            <p:spPr>
              <a:xfrm>
                <a:off x="3358412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7" name="Google Shape;8387;p58"/>
              <p:cNvSpPr/>
              <p:nvPr/>
            </p:nvSpPr>
            <p:spPr>
              <a:xfrm>
                <a:off x="3838898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8" name="Google Shape;8388;p58"/>
              <p:cNvSpPr/>
              <p:nvPr/>
            </p:nvSpPr>
            <p:spPr>
              <a:xfrm>
                <a:off x="4319384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9" name="Google Shape;8389;p58"/>
              <p:cNvSpPr/>
              <p:nvPr/>
            </p:nvSpPr>
            <p:spPr>
              <a:xfrm>
                <a:off x="4799870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0" name="Google Shape;8390;p58"/>
              <p:cNvSpPr/>
              <p:nvPr/>
            </p:nvSpPr>
            <p:spPr>
              <a:xfrm>
                <a:off x="5280356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1" name="Google Shape;8391;p58"/>
            <p:cNvGrpSpPr/>
            <p:nvPr/>
          </p:nvGrpSpPr>
          <p:grpSpPr>
            <a:xfrm>
              <a:off x="3358412" y="3648507"/>
              <a:ext cx="2363244" cy="139500"/>
              <a:chOff x="3358412" y="3648507"/>
              <a:chExt cx="2363244" cy="139500"/>
            </a:xfrm>
          </p:grpSpPr>
          <p:sp>
            <p:nvSpPr>
              <p:cNvPr id="8392" name="Google Shape;8392;p58"/>
              <p:cNvSpPr/>
              <p:nvPr/>
            </p:nvSpPr>
            <p:spPr>
              <a:xfrm>
                <a:off x="3358412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3" name="Google Shape;8393;p58"/>
              <p:cNvSpPr/>
              <p:nvPr/>
            </p:nvSpPr>
            <p:spPr>
              <a:xfrm>
                <a:off x="3838898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4" name="Google Shape;8394;p58"/>
              <p:cNvSpPr/>
              <p:nvPr/>
            </p:nvSpPr>
            <p:spPr>
              <a:xfrm>
                <a:off x="4319384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5" name="Google Shape;8395;p58"/>
              <p:cNvSpPr/>
              <p:nvPr/>
            </p:nvSpPr>
            <p:spPr>
              <a:xfrm>
                <a:off x="4799870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6" name="Google Shape;8396;p58"/>
              <p:cNvSpPr/>
              <p:nvPr/>
            </p:nvSpPr>
            <p:spPr>
              <a:xfrm>
                <a:off x="5280356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7" name="Google Shape;8397;p58"/>
            <p:cNvGrpSpPr/>
            <p:nvPr/>
          </p:nvGrpSpPr>
          <p:grpSpPr>
            <a:xfrm>
              <a:off x="3358412" y="3830018"/>
              <a:ext cx="2363244" cy="139500"/>
              <a:chOff x="3358412" y="3830018"/>
              <a:chExt cx="2363244" cy="139500"/>
            </a:xfrm>
          </p:grpSpPr>
          <p:sp>
            <p:nvSpPr>
              <p:cNvPr id="8398" name="Google Shape;8398;p58"/>
              <p:cNvSpPr/>
              <p:nvPr/>
            </p:nvSpPr>
            <p:spPr>
              <a:xfrm>
                <a:off x="3358412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9" name="Google Shape;8399;p58"/>
              <p:cNvSpPr/>
              <p:nvPr/>
            </p:nvSpPr>
            <p:spPr>
              <a:xfrm>
                <a:off x="3838898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0" name="Google Shape;8400;p58"/>
              <p:cNvSpPr/>
              <p:nvPr/>
            </p:nvSpPr>
            <p:spPr>
              <a:xfrm>
                <a:off x="4319384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1" name="Google Shape;8401;p58"/>
              <p:cNvSpPr/>
              <p:nvPr/>
            </p:nvSpPr>
            <p:spPr>
              <a:xfrm>
                <a:off x="4799870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2" name="Google Shape;8402;p58"/>
              <p:cNvSpPr/>
              <p:nvPr/>
            </p:nvSpPr>
            <p:spPr>
              <a:xfrm>
                <a:off x="5280356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3" name="Google Shape;8403;p58"/>
            <p:cNvGrpSpPr/>
            <p:nvPr/>
          </p:nvGrpSpPr>
          <p:grpSpPr>
            <a:xfrm>
              <a:off x="3358399" y="4011514"/>
              <a:ext cx="2363377" cy="139537"/>
              <a:chOff x="3294800" y="4134603"/>
              <a:chExt cx="2638876" cy="152400"/>
            </a:xfrm>
          </p:grpSpPr>
          <p:sp>
            <p:nvSpPr>
              <p:cNvPr id="8404" name="Google Shape;8404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5" name="Google Shape;8405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6" name="Google Shape;8406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7" name="Google Shape;8407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8" name="Google Shape;8408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9" name="Google Shape;8409;p58"/>
            <p:cNvGrpSpPr/>
            <p:nvPr/>
          </p:nvGrpSpPr>
          <p:grpSpPr>
            <a:xfrm>
              <a:off x="3358399" y="4193010"/>
              <a:ext cx="2363377" cy="139537"/>
              <a:chOff x="3294800" y="4134603"/>
              <a:chExt cx="2638876" cy="152400"/>
            </a:xfrm>
          </p:grpSpPr>
          <p:sp>
            <p:nvSpPr>
              <p:cNvPr id="8410" name="Google Shape;8410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1" name="Google Shape;8411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2" name="Google Shape;8412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3" name="Google Shape;8413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4" name="Google Shape;8414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415" name="Google Shape;8415;p58"/>
          <p:cNvGraphicFramePr>
            <a:graphicFrameLocks noGrp="1"/>
          </p:cNvGraphicFramePr>
          <p:nvPr/>
        </p:nvGraphicFramePr>
        <p:xfrm>
          <a:off x="711463" y="2153834"/>
          <a:ext cx="2369800" cy="88935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416" name="Google Shape;8416;p58"/>
          <p:cNvGrpSpPr/>
          <p:nvPr/>
        </p:nvGrpSpPr>
        <p:grpSpPr>
          <a:xfrm>
            <a:off x="4161132" y="2557649"/>
            <a:ext cx="1302095" cy="60959"/>
            <a:chOff x="3558802" y="4011427"/>
            <a:chExt cx="1866000" cy="111300"/>
          </a:xfrm>
        </p:grpSpPr>
        <p:sp>
          <p:nvSpPr>
            <p:cNvPr id="8417" name="Google Shape;8417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18" name="Google Shape;8418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19" name="Google Shape;8419;p58"/>
          <p:cNvGrpSpPr/>
          <p:nvPr/>
        </p:nvGrpSpPr>
        <p:grpSpPr>
          <a:xfrm>
            <a:off x="4706620" y="2839808"/>
            <a:ext cx="914340" cy="60959"/>
            <a:chOff x="3558802" y="4011427"/>
            <a:chExt cx="1866000" cy="111300"/>
          </a:xfrm>
        </p:grpSpPr>
        <p:sp>
          <p:nvSpPr>
            <p:cNvPr id="8420" name="Google Shape;8420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21" name="Google Shape;8421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22" name="Google Shape;8422;p58"/>
          <p:cNvGrpSpPr/>
          <p:nvPr/>
        </p:nvGrpSpPr>
        <p:grpSpPr>
          <a:xfrm>
            <a:off x="5871419" y="3167606"/>
            <a:ext cx="2522867" cy="1001454"/>
            <a:chOff x="1904318" y="789980"/>
            <a:chExt cx="1489472" cy="606868"/>
          </a:xfrm>
        </p:grpSpPr>
        <p:cxnSp>
          <p:nvCxnSpPr>
            <p:cNvPr id="8423" name="Google Shape;8423;p58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4" name="Google Shape;8424;p58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5" name="Google Shape;8425;p58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426" name="Google Shape;8426;p58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JANUARY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7" name="Google Shape;8427;p58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FEBRUARY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8" name="Google Shape;8428;p58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MARCH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9" name="Google Shape;8429;p58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APRIL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0" name="Google Shape;8430;p58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1" name="Google Shape;8431;p58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2" name="Google Shape;8432;p58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3" name="Google Shape;8433;p58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4" name="Google Shape;8434;p58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5" name="Google Shape;8435;p58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6" name="Google Shape;8436;p58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PHASE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7" name="Google Shape;8437;p58"/>
            <p:cNvSpPr txBox="1"/>
            <p:nvPr/>
          </p:nvSpPr>
          <p:spPr>
            <a:xfrm flipH="1">
              <a:off x="1904318" y="1113390"/>
              <a:ext cx="2052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8" name="Google Shape;8438;p58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2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9" name="Google Shape;8439;p58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40" name="Google Shape;8440;p58"/>
          <p:cNvGrpSpPr/>
          <p:nvPr/>
        </p:nvGrpSpPr>
        <p:grpSpPr>
          <a:xfrm>
            <a:off x="3355824" y="951642"/>
            <a:ext cx="2363393" cy="1005865"/>
            <a:chOff x="3292400" y="1193188"/>
            <a:chExt cx="2615240" cy="1131075"/>
          </a:xfrm>
        </p:grpSpPr>
        <p:sp>
          <p:nvSpPr>
            <p:cNvPr id="8441" name="Google Shape;8441;p58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ABBC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2" name="Google Shape;8442;p58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3" name="Google Shape;8443;p58"/>
            <p:cNvSpPr txBox="1"/>
            <p:nvPr/>
          </p:nvSpPr>
          <p:spPr>
            <a:xfrm flipH="1">
              <a:off x="3678794" y="1193199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JANUARY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4" name="Google Shape;8444;p58"/>
            <p:cNvSpPr txBox="1"/>
            <p:nvPr/>
          </p:nvSpPr>
          <p:spPr>
            <a:xfrm flipH="1">
              <a:off x="4051671" y="1193188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FEBRUARY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5" name="Google Shape;8445;p58"/>
            <p:cNvSpPr txBox="1"/>
            <p:nvPr/>
          </p:nvSpPr>
          <p:spPr>
            <a:xfrm flipH="1">
              <a:off x="4453057" y="1193188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MARCH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6" name="Google Shape;8446;p58"/>
            <p:cNvSpPr txBox="1"/>
            <p:nvPr/>
          </p:nvSpPr>
          <p:spPr>
            <a:xfrm flipH="1">
              <a:off x="4831790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APRIL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7" name="Google Shape;8447;p58"/>
            <p:cNvSpPr txBox="1"/>
            <p:nvPr/>
          </p:nvSpPr>
          <p:spPr>
            <a:xfrm flipH="1">
              <a:off x="5186134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8" name="Google Shape;8448;p58"/>
            <p:cNvSpPr txBox="1"/>
            <p:nvPr/>
          </p:nvSpPr>
          <p:spPr>
            <a:xfrm flipH="1">
              <a:off x="5562148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JUNE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9" name="Google Shape;8449;p58"/>
            <p:cNvSpPr txBox="1"/>
            <p:nvPr/>
          </p:nvSpPr>
          <p:spPr>
            <a:xfrm flipH="1">
              <a:off x="3349576" y="137246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0" name="Google Shape;8450;p58"/>
            <p:cNvSpPr txBox="1"/>
            <p:nvPr/>
          </p:nvSpPr>
          <p:spPr>
            <a:xfrm flipH="1">
              <a:off x="3349579" y="189551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1" name="Google Shape;8451;p58"/>
            <p:cNvSpPr txBox="1"/>
            <p:nvPr/>
          </p:nvSpPr>
          <p:spPr>
            <a:xfrm flipH="1">
              <a:off x="3355878" y="1543623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2" name="Google Shape;8452;p58"/>
            <p:cNvSpPr txBox="1"/>
            <p:nvPr/>
          </p:nvSpPr>
          <p:spPr>
            <a:xfrm flipH="1">
              <a:off x="3355878" y="1720328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3" name="Google Shape;8453;p58"/>
            <p:cNvSpPr txBox="1"/>
            <p:nvPr/>
          </p:nvSpPr>
          <p:spPr>
            <a:xfrm flipH="1">
              <a:off x="3355878" y="2072220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4" name="Google Shape;8454;p58"/>
            <p:cNvSpPr txBox="1"/>
            <p:nvPr/>
          </p:nvSpPr>
          <p:spPr>
            <a:xfrm flipH="1">
              <a:off x="3355889" y="2248920"/>
              <a:ext cx="256200" cy="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grpSp>
          <p:nvGrpSpPr>
            <p:cNvPr id="8455" name="Google Shape;8455;p58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8456" name="Google Shape;8456;p58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7" name="Google Shape;8457;p58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8" name="Google Shape;8458;p58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9" name="Google Shape;8459;p58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0" name="Google Shape;8460;p58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1" name="Google Shape;8461;p58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2" name="Google Shape;8462;p58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3" name="Google Shape;8463;p58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4" name="Google Shape;8464;p58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5" name="Google Shape;8465;p58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6" name="Google Shape;8466;p58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7" name="Google Shape;8467;p58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Amatic SC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2026-08-02T20:29:48.528</cp:lastPrinted>
  <dcterms:created xsi:type="dcterms:W3CDTF">2026-08-02T20:29:48Z</dcterms:created>
  <dcterms:modified xsi:type="dcterms:W3CDTF">2026-08-02T20:29:48Z</dcterms:modified>
</cp:coreProperties>
</file>