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DAF19E55-1936-451E-A299-2CC021112DF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305"/>
        <p:cNvGrpSpPr/>
        <p:nvPr/>
      </p:nvGrpSpPr>
      <p:grpSpPr>
        <a:xfrm>
          <a:off x="0" y="0"/>
          <a:ext cx="0" cy="0"/>
        </a:xfrm>
      </p:grpSpPr>
      <p:sp>
        <p:nvSpPr>
          <p:cNvPr id="8306" name="Google Shape;8306;g2574187ba63_7_67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7" name="Google Shape;8307;g2574187ba63_7_67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F614BFB-5557-45BF-BD44-0894D4F0DA5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F5AF750-1A1B-419C-8357-A59EE52B6F9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8D990FE-7AEA-4392-B713-C6E98F200BF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B10A2B3-E51E-46F7-9D76-17A811B503D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850E4534-87B6-49B6-AD17-4450AECE6DF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08F764A7-9C0A-4CB8-980F-69884A34257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95E1DB6F-5292-4C8E-98DB-7F8538B637D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0FB4441-EFE1-429A-A46F-8AE4CAB5935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7C73F5E-F865-4EDB-AC53-E29602B5657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CE41308-94C6-4F67-A234-85E22C16DA1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B8D1FE3-AD20-4E0B-B0F2-6FFDDE9629D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308"/>
        <p:cNvGrpSpPr/>
        <p:nvPr/>
      </p:nvGrpSpPr>
      <p:grpSpPr>
        <a:xfrm>
          <a:off x="0" y="0"/>
          <a:ext cx="0" cy="0"/>
        </a:xfrm>
      </p:grpSpPr>
      <p:grpSp>
        <p:nvGrpSpPr>
          <p:cNvPr id="8309" name="Google Shape;8309;p58"/>
          <p:cNvGrpSpPr/>
          <p:nvPr/>
        </p:nvGrpSpPr>
        <p:grpSpPr>
          <a:xfrm>
            <a:off x="702088" y="3155922"/>
            <a:ext cx="2390414" cy="1024800"/>
            <a:chOff x="728925" y="3296613"/>
            <a:chExt cx="2390414" cy="1024800"/>
          </a:xfrm>
        </p:grpSpPr>
        <p:grpSp>
          <p:nvGrpSpPr>
            <p:cNvPr id="8310" name="Google Shape;8310;p58"/>
            <p:cNvGrpSpPr/>
            <p:nvPr/>
          </p:nvGrpSpPr>
          <p:grpSpPr>
            <a:xfrm>
              <a:off x="728925" y="3619800"/>
              <a:ext cx="2390414" cy="500893"/>
              <a:chOff x="728925" y="3619800"/>
              <a:chExt cx="2390414" cy="500893"/>
            </a:xfrm>
          </p:grpSpPr>
          <p:sp>
            <p:nvSpPr>
              <p:cNvPr id="8311" name="Google Shape;8311;p58"/>
              <p:cNvSpPr/>
              <p:nvPr/>
            </p:nvSpPr>
            <p:spPr>
              <a:xfrm>
                <a:off x="728925" y="3619800"/>
                <a:ext cx="2390400" cy="167100"/>
              </a:xfrm>
              <a:prstGeom prst="rect">
                <a:avLst/>
              </a:prstGeom>
              <a:noFill/>
              <a:ln w="9525" cap="flat" cmpd="sng">
                <a:solidFill>
                  <a:srgbClr val="E3E7E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2" name="Google Shape;8312;p58"/>
              <p:cNvSpPr/>
              <p:nvPr/>
            </p:nvSpPr>
            <p:spPr>
              <a:xfrm>
                <a:off x="728939" y="3953593"/>
                <a:ext cx="2390400" cy="167100"/>
              </a:xfrm>
              <a:prstGeom prst="rect">
                <a:avLst/>
              </a:prstGeom>
              <a:noFill/>
              <a:ln w="9525" cap="flat" cmpd="sng">
                <a:solidFill>
                  <a:srgbClr val="E3E7E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</p:grpSp>
        <p:grpSp>
          <p:nvGrpSpPr>
            <p:cNvPr id="8313" name="Google Shape;8313;p58"/>
            <p:cNvGrpSpPr/>
            <p:nvPr/>
          </p:nvGrpSpPr>
          <p:grpSpPr>
            <a:xfrm>
              <a:off x="1348050" y="3296613"/>
              <a:ext cx="1706152" cy="1024800"/>
              <a:chOff x="1348050" y="3296613"/>
              <a:chExt cx="1706152" cy="1024800"/>
            </a:xfrm>
          </p:grpSpPr>
          <p:sp>
            <p:nvSpPr>
              <p:cNvPr id="8314" name="Google Shape;8314;p58"/>
              <p:cNvSpPr/>
              <p:nvPr/>
            </p:nvSpPr>
            <p:spPr>
              <a:xfrm>
                <a:off x="1348050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5" name="Google Shape;8315;p58"/>
              <p:cNvSpPr/>
              <p:nvPr/>
            </p:nvSpPr>
            <p:spPr>
              <a:xfrm>
                <a:off x="1687082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6" name="Google Shape;8316;p58"/>
              <p:cNvSpPr/>
              <p:nvPr/>
            </p:nvSpPr>
            <p:spPr>
              <a:xfrm>
                <a:off x="2040389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7" name="Google Shape;8317;p58"/>
              <p:cNvSpPr/>
              <p:nvPr/>
            </p:nvSpPr>
            <p:spPr>
              <a:xfrm>
                <a:off x="2393695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8" name="Google Shape;8318;p58"/>
              <p:cNvSpPr/>
              <p:nvPr/>
            </p:nvSpPr>
            <p:spPr>
              <a:xfrm>
                <a:off x="2747002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</p:grpSp>
        <p:grpSp>
          <p:nvGrpSpPr>
            <p:cNvPr id="8319" name="Google Shape;8319;p58"/>
            <p:cNvGrpSpPr/>
            <p:nvPr/>
          </p:nvGrpSpPr>
          <p:grpSpPr>
            <a:xfrm>
              <a:off x="1455707" y="3654858"/>
              <a:ext cx="1491150" cy="417657"/>
              <a:chOff x="1455707" y="3654858"/>
              <a:chExt cx="1491150" cy="417657"/>
            </a:xfrm>
          </p:grpSpPr>
          <p:sp>
            <p:nvSpPr>
              <p:cNvPr id="8320" name="Google Shape;8320;p58"/>
              <p:cNvSpPr/>
              <p:nvPr/>
            </p:nvSpPr>
            <p:spPr>
              <a:xfrm>
                <a:off x="1472938" y="3687620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1" name="Google Shape;8321;p58"/>
              <p:cNvSpPr/>
              <p:nvPr/>
            </p:nvSpPr>
            <p:spPr>
              <a:xfrm>
                <a:off x="1490853" y="3669628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2" name="Google Shape;8322;p58"/>
              <p:cNvSpPr/>
              <p:nvPr/>
            </p:nvSpPr>
            <p:spPr>
              <a:xfrm>
                <a:off x="1819181" y="4031425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3" name="Google Shape;8323;p58"/>
              <p:cNvSpPr/>
              <p:nvPr/>
            </p:nvSpPr>
            <p:spPr>
              <a:xfrm>
                <a:off x="1837096" y="4013433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4" name="Google Shape;8324;p58"/>
              <p:cNvSpPr/>
              <p:nvPr/>
            </p:nvSpPr>
            <p:spPr>
              <a:xfrm>
                <a:off x="1478676" y="4008202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5" name="Google Shape;8325;p58"/>
              <p:cNvSpPr/>
              <p:nvPr/>
            </p:nvSpPr>
            <p:spPr>
              <a:xfrm>
                <a:off x="1455707" y="4007971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6" name="Google Shape;8326;p58"/>
              <p:cNvSpPr/>
              <p:nvPr/>
            </p:nvSpPr>
            <p:spPr>
              <a:xfrm>
                <a:off x="1841579" y="3655090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7" name="Google Shape;8327;p58"/>
              <p:cNvSpPr/>
              <p:nvPr/>
            </p:nvSpPr>
            <p:spPr>
              <a:xfrm>
                <a:off x="1818610" y="3654858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8" name="Google Shape;8328;p58"/>
              <p:cNvSpPr/>
              <p:nvPr/>
            </p:nvSpPr>
            <p:spPr>
              <a:xfrm>
                <a:off x="2172491" y="4031425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9" name="Google Shape;8329;p58"/>
              <p:cNvSpPr/>
              <p:nvPr/>
            </p:nvSpPr>
            <p:spPr>
              <a:xfrm>
                <a:off x="2190406" y="4013433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0" name="Google Shape;8330;p58"/>
              <p:cNvSpPr/>
              <p:nvPr/>
            </p:nvSpPr>
            <p:spPr>
              <a:xfrm>
                <a:off x="2194889" y="3655090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1" name="Google Shape;8331;p58"/>
              <p:cNvSpPr/>
              <p:nvPr/>
            </p:nvSpPr>
            <p:spPr>
              <a:xfrm>
                <a:off x="2171920" y="3654858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2" name="Google Shape;8332;p58"/>
              <p:cNvSpPr/>
              <p:nvPr/>
            </p:nvSpPr>
            <p:spPr>
              <a:xfrm>
                <a:off x="2874730" y="3687620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3" name="Google Shape;8333;p58"/>
              <p:cNvSpPr/>
              <p:nvPr/>
            </p:nvSpPr>
            <p:spPr>
              <a:xfrm>
                <a:off x="2892645" y="3669628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4" name="Google Shape;8334;p58"/>
              <p:cNvSpPr/>
              <p:nvPr/>
            </p:nvSpPr>
            <p:spPr>
              <a:xfrm>
                <a:off x="2901559" y="4005512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5" name="Google Shape;8335;p58"/>
              <p:cNvSpPr/>
              <p:nvPr/>
            </p:nvSpPr>
            <p:spPr>
              <a:xfrm>
                <a:off x="2878589" y="4005281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6" name="Google Shape;8336;p58"/>
              <p:cNvSpPr/>
              <p:nvPr/>
            </p:nvSpPr>
            <p:spPr>
              <a:xfrm>
                <a:off x="2525796" y="4031425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7" name="Google Shape;8337;p58"/>
              <p:cNvSpPr/>
              <p:nvPr/>
            </p:nvSpPr>
            <p:spPr>
              <a:xfrm>
                <a:off x="2543711" y="4013433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8" name="Google Shape;8338;p58"/>
              <p:cNvSpPr/>
              <p:nvPr/>
            </p:nvSpPr>
            <p:spPr>
              <a:xfrm>
                <a:off x="2548194" y="3655090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9" name="Google Shape;8339;p58"/>
              <p:cNvSpPr/>
              <p:nvPr/>
            </p:nvSpPr>
            <p:spPr>
              <a:xfrm>
                <a:off x="2525225" y="3654858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8340" name="Google Shape;8340;p58"/>
          <p:cNvGraphicFramePr>
            <a:graphicFrameLocks noGrp="1"/>
          </p:cNvGraphicFramePr>
          <p:nvPr/>
        </p:nvGraphicFramePr>
        <p:xfrm>
          <a:off x="5937787" y="2153834"/>
          <a:ext cx="2504100" cy="864780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62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E3E9ED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869FB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7994A9">
                        <a:alpha val="6470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8341" name="Google Shape;8341;p58"/>
          <p:cNvGrpSpPr/>
          <p:nvPr/>
        </p:nvGrpSpPr>
        <p:grpSpPr>
          <a:xfrm>
            <a:off x="710464" y="981599"/>
            <a:ext cx="2396505" cy="976502"/>
            <a:chOff x="749309" y="1112739"/>
            <a:chExt cx="2371603" cy="976502"/>
          </a:xfrm>
        </p:grpSpPr>
        <p:grpSp>
          <p:nvGrpSpPr>
            <p:cNvPr id="8342" name="Google Shape;8342;p58"/>
            <p:cNvGrpSpPr/>
            <p:nvPr/>
          </p:nvGrpSpPr>
          <p:grpSpPr>
            <a:xfrm>
              <a:off x="1092126" y="1112739"/>
              <a:ext cx="2028786" cy="975464"/>
              <a:chOff x="1092126" y="1112739"/>
              <a:chExt cx="2028786" cy="975464"/>
            </a:xfrm>
          </p:grpSpPr>
          <p:sp>
            <p:nvSpPr>
              <p:cNvPr id="8343" name="Google Shape;8343;p58"/>
              <p:cNvSpPr/>
              <p:nvPr/>
            </p:nvSpPr>
            <p:spPr>
              <a:xfrm>
                <a:off x="1092126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4" name="Google Shape;8344;p58"/>
              <p:cNvSpPr/>
              <p:nvPr/>
            </p:nvSpPr>
            <p:spPr>
              <a:xfrm>
                <a:off x="1434943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5" name="Google Shape;8345;p58"/>
              <p:cNvSpPr/>
              <p:nvPr/>
            </p:nvSpPr>
            <p:spPr>
              <a:xfrm>
                <a:off x="1777760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6" name="Google Shape;8346;p58"/>
              <p:cNvSpPr/>
              <p:nvPr/>
            </p:nvSpPr>
            <p:spPr>
              <a:xfrm>
                <a:off x="2120578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7" name="Google Shape;8347;p58"/>
              <p:cNvSpPr/>
              <p:nvPr/>
            </p:nvSpPr>
            <p:spPr>
              <a:xfrm>
                <a:off x="2463395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8" name="Google Shape;8348;p58"/>
              <p:cNvSpPr/>
              <p:nvPr/>
            </p:nvSpPr>
            <p:spPr>
              <a:xfrm>
                <a:off x="2806212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9" name="Google Shape;8349;p58"/>
              <p:cNvSpPr/>
              <p:nvPr/>
            </p:nvSpPr>
            <p:spPr>
              <a:xfrm>
                <a:off x="1092126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0" name="Google Shape;8350;p58"/>
              <p:cNvSpPr/>
              <p:nvPr/>
            </p:nvSpPr>
            <p:spPr>
              <a:xfrm>
                <a:off x="1434943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1" name="Google Shape;8351;p58"/>
              <p:cNvSpPr/>
              <p:nvPr/>
            </p:nvSpPr>
            <p:spPr>
              <a:xfrm>
                <a:off x="1777760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2" name="Google Shape;8352;p58"/>
              <p:cNvSpPr/>
              <p:nvPr/>
            </p:nvSpPr>
            <p:spPr>
              <a:xfrm>
                <a:off x="2120578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3" name="Google Shape;8353;p58"/>
              <p:cNvSpPr/>
              <p:nvPr/>
            </p:nvSpPr>
            <p:spPr>
              <a:xfrm>
                <a:off x="2463395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4" name="Google Shape;8354;p58"/>
              <p:cNvSpPr/>
              <p:nvPr/>
            </p:nvSpPr>
            <p:spPr>
              <a:xfrm>
                <a:off x="2806212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5" name="Google Shape;8355;p58"/>
              <p:cNvSpPr/>
              <p:nvPr/>
            </p:nvSpPr>
            <p:spPr>
              <a:xfrm>
                <a:off x="1092126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6" name="Google Shape;8356;p58"/>
              <p:cNvSpPr/>
              <p:nvPr/>
            </p:nvSpPr>
            <p:spPr>
              <a:xfrm>
                <a:off x="1434943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7" name="Google Shape;8357;p58"/>
              <p:cNvSpPr/>
              <p:nvPr/>
            </p:nvSpPr>
            <p:spPr>
              <a:xfrm>
                <a:off x="1777760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8" name="Google Shape;8358;p58"/>
              <p:cNvSpPr/>
              <p:nvPr/>
            </p:nvSpPr>
            <p:spPr>
              <a:xfrm>
                <a:off x="2120578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9" name="Google Shape;8359;p58"/>
              <p:cNvSpPr/>
              <p:nvPr/>
            </p:nvSpPr>
            <p:spPr>
              <a:xfrm>
                <a:off x="2463395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0" name="Google Shape;8360;p58"/>
              <p:cNvSpPr/>
              <p:nvPr/>
            </p:nvSpPr>
            <p:spPr>
              <a:xfrm>
                <a:off x="2806212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1" name="Google Shape;8361;p58"/>
              <p:cNvSpPr/>
              <p:nvPr/>
            </p:nvSpPr>
            <p:spPr>
              <a:xfrm>
                <a:off x="1092126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2" name="Google Shape;8362;p58"/>
              <p:cNvSpPr/>
              <p:nvPr/>
            </p:nvSpPr>
            <p:spPr>
              <a:xfrm>
                <a:off x="1434943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3" name="Google Shape;8363;p58"/>
              <p:cNvSpPr/>
              <p:nvPr/>
            </p:nvSpPr>
            <p:spPr>
              <a:xfrm>
                <a:off x="1777760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4" name="Google Shape;8364;p58"/>
              <p:cNvSpPr/>
              <p:nvPr/>
            </p:nvSpPr>
            <p:spPr>
              <a:xfrm>
                <a:off x="2120578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5" name="Google Shape;8365;p58"/>
              <p:cNvSpPr/>
              <p:nvPr/>
            </p:nvSpPr>
            <p:spPr>
              <a:xfrm>
                <a:off x="2463395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6" name="Google Shape;8366;p58"/>
              <p:cNvSpPr/>
              <p:nvPr/>
            </p:nvSpPr>
            <p:spPr>
              <a:xfrm>
                <a:off x="2806212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67" name="Google Shape;8367;p58"/>
            <p:cNvGrpSpPr/>
            <p:nvPr/>
          </p:nvGrpSpPr>
          <p:grpSpPr>
            <a:xfrm>
              <a:off x="749309" y="1112739"/>
              <a:ext cx="314700" cy="975464"/>
              <a:chOff x="749309" y="1112739"/>
              <a:chExt cx="314700" cy="975464"/>
            </a:xfrm>
          </p:grpSpPr>
          <p:sp>
            <p:nvSpPr>
              <p:cNvPr id="8368" name="Google Shape;8368;p58"/>
              <p:cNvSpPr/>
              <p:nvPr/>
            </p:nvSpPr>
            <p:spPr>
              <a:xfrm>
                <a:off x="749309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9" name="Google Shape;8369;p58"/>
              <p:cNvSpPr/>
              <p:nvPr/>
            </p:nvSpPr>
            <p:spPr>
              <a:xfrm>
                <a:off x="749309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70" name="Google Shape;8370;p58"/>
              <p:cNvSpPr/>
              <p:nvPr/>
            </p:nvSpPr>
            <p:spPr>
              <a:xfrm>
                <a:off x="749309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71" name="Google Shape;8371;p58"/>
              <p:cNvSpPr/>
              <p:nvPr/>
            </p:nvSpPr>
            <p:spPr>
              <a:xfrm>
                <a:off x="749309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372" name="Google Shape;8372;p58"/>
            <p:cNvSpPr/>
            <p:nvPr/>
          </p:nvSpPr>
          <p:spPr>
            <a:xfrm>
              <a:off x="1434877" y="1258345"/>
              <a:ext cx="16857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373" name="Google Shape;8373;p58"/>
            <p:cNvSpPr/>
            <p:nvPr/>
          </p:nvSpPr>
          <p:spPr>
            <a:xfrm>
              <a:off x="1777683" y="2010641"/>
              <a:ext cx="10002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374" name="Google Shape;8374;p58"/>
            <p:cNvSpPr/>
            <p:nvPr/>
          </p:nvSpPr>
          <p:spPr>
            <a:xfrm>
              <a:off x="1092070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375" name="Google Shape;8375;p58"/>
            <p:cNvSpPr/>
            <p:nvPr/>
          </p:nvSpPr>
          <p:spPr>
            <a:xfrm>
              <a:off x="2463277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aphicFrame>
        <p:nvGraphicFramePr>
          <p:cNvPr id="8376" name="Google Shape;8376;p58"/>
          <p:cNvGraphicFramePr>
            <a:graphicFrameLocks noGrp="1"/>
          </p:cNvGraphicFramePr>
          <p:nvPr/>
        </p:nvGraphicFramePr>
        <p:xfrm>
          <a:off x="5937812" y="981584"/>
          <a:ext cx="2504100" cy="976500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62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5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377" name="Google Shape;8377;p58"/>
          <p:cNvGraphicFramePr>
            <a:graphicFrameLocks noGrp="1"/>
          </p:cNvGraphicFramePr>
          <p:nvPr/>
        </p:nvGraphicFramePr>
        <p:xfrm>
          <a:off x="3358675" y="2153834"/>
          <a:ext cx="2363400" cy="868575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590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95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378" name="Google Shape;8378;p58"/>
          <p:cNvGrpSpPr/>
          <p:nvPr/>
        </p:nvGrpSpPr>
        <p:grpSpPr>
          <a:xfrm>
            <a:off x="3360661" y="3144795"/>
            <a:ext cx="2363377" cy="1047062"/>
            <a:chOff x="3358399" y="3285485"/>
            <a:chExt cx="2363377" cy="1047062"/>
          </a:xfrm>
        </p:grpSpPr>
        <p:grpSp>
          <p:nvGrpSpPr>
            <p:cNvPr id="8379" name="Google Shape;8379;p58"/>
            <p:cNvGrpSpPr/>
            <p:nvPr/>
          </p:nvGrpSpPr>
          <p:grpSpPr>
            <a:xfrm>
              <a:off x="3358412" y="3285485"/>
              <a:ext cx="2363244" cy="139500"/>
              <a:chOff x="3358412" y="3285485"/>
              <a:chExt cx="2363244" cy="139500"/>
            </a:xfrm>
          </p:grpSpPr>
          <p:sp>
            <p:nvSpPr>
              <p:cNvPr id="8380" name="Google Shape;8380;p58"/>
              <p:cNvSpPr/>
              <p:nvPr/>
            </p:nvSpPr>
            <p:spPr>
              <a:xfrm>
                <a:off x="3358412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1" name="Google Shape;8381;p58"/>
              <p:cNvSpPr/>
              <p:nvPr/>
            </p:nvSpPr>
            <p:spPr>
              <a:xfrm>
                <a:off x="3838898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2" name="Google Shape;8382;p58"/>
              <p:cNvSpPr/>
              <p:nvPr/>
            </p:nvSpPr>
            <p:spPr>
              <a:xfrm>
                <a:off x="4319384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3" name="Google Shape;8383;p58"/>
              <p:cNvSpPr/>
              <p:nvPr/>
            </p:nvSpPr>
            <p:spPr>
              <a:xfrm>
                <a:off x="4799870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4" name="Google Shape;8384;p58"/>
              <p:cNvSpPr/>
              <p:nvPr/>
            </p:nvSpPr>
            <p:spPr>
              <a:xfrm>
                <a:off x="5280356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85" name="Google Shape;8385;p58"/>
            <p:cNvGrpSpPr/>
            <p:nvPr/>
          </p:nvGrpSpPr>
          <p:grpSpPr>
            <a:xfrm>
              <a:off x="3358412" y="3466996"/>
              <a:ext cx="2363244" cy="139500"/>
              <a:chOff x="3358412" y="3466996"/>
              <a:chExt cx="2363244" cy="139500"/>
            </a:xfrm>
          </p:grpSpPr>
          <p:sp>
            <p:nvSpPr>
              <p:cNvPr id="8386" name="Google Shape;8386;p58"/>
              <p:cNvSpPr/>
              <p:nvPr/>
            </p:nvSpPr>
            <p:spPr>
              <a:xfrm>
                <a:off x="3358412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7" name="Google Shape;8387;p58"/>
              <p:cNvSpPr/>
              <p:nvPr/>
            </p:nvSpPr>
            <p:spPr>
              <a:xfrm>
                <a:off x="3838898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8" name="Google Shape;8388;p58"/>
              <p:cNvSpPr/>
              <p:nvPr/>
            </p:nvSpPr>
            <p:spPr>
              <a:xfrm>
                <a:off x="4319384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9" name="Google Shape;8389;p58"/>
              <p:cNvSpPr/>
              <p:nvPr/>
            </p:nvSpPr>
            <p:spPr>
              <a:xfrm>
                <a:off x="4799870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0" name="Google Shape;8390;p58"/>
              <p:cNvSpPr/>
              <p:nvPr/>
            </p:nvSpPr>
            <p:spPr>
              <a:xfrm>
                <a:off x="5280356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91" name="Google Shape;8391;p58"/>
            <p:cNvGrpSpPr/>
            <p:nvPr/>
          </p:nvGrpSpPr>
          <p:grpSpPr>
            <a:xfrm>
              <a:off x="3358412" y="3648507"/>
              <a:ext cx="2363244" cy="139500"/>
              <a:chOff x="3358412" y="3648507"/>
              <a:chExt cx="2363244" cy="139500"/>
            </a:xfrm>
          </p:grpSpPr>
          <p:sp>
            <p:nvSpPr>
              <p:cNvPr id="8392" name="Google Shape;8392;p58"/>
              <p:cNvSpPr/>
              <p:nvPr/>
            </p:nvSpPr>
            <p:spPr>
              <a:xfrm>
                <a:off x="3358412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3" name="Google Shape;8393;p58"/>
              <p:cNvSpPr/>
              <p:nvPr/>
            </p:nvSpPr>
            <p:spPr>
              <a:xfrm>
                <a:off x="3838898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4" name="Google Shape;8394;p58"/>
              <p:cNvSpPr/>
              <p:nvPr/>
            </p:nvSpPr>
            <p:spPr>
              <a:xfrm>
                <a:off x="4319384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5" name="Google Shape;8395;p58"/>
              <p:cNvSpPr/>
              <p:nvPr/>
            </p:nvSpPr>
            <p:spPr>
              <a:xfrm>
                <a:off x="4799870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6" name="Google Shape;8396;p58"/>
              <p:cNvSpPr/>
              <p:nvPr/>
            </p:nvSpPr>
            <p:spPr>
              <a:xfrm>
                <a:off x="5280356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97" name="Google Shape;8397;p58"/>
            <p:cNvGrpSpPr/>
            <p:nvPr/>
          </p:nvGrpSpPr>
          <p:grpSpPr>
            <a:xfrm>
              <a:off x="3358412" y="3830018"/>
              <a:ext cx="2363244" cy="139500"/>
              <a:chOff x="3358412" y="3830018"/>
              <a:chExt cx="2363244" cy="139500"/>
            </a:xfrm>
          </p:grpSpPr>
          <p:sp>
            <p:nvSpPr>
              <p:cNvPr id="8398" name="Google Shape;8398;p58"/>
              <p:cNvSpPr/>
              <p:nvPr/>
            </p:nvSpPr>
            <p:spPr>
              <a:xfrm>
                <a:off x="3358412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9" name="Google Shape;8399;p58"/>
              <p:cNvSpPr/>
              <p:nvPr/>
            </p:nvSpPr>
            <p:spPr>
              <a:xfrm>
                <a:off x="3838898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0" name="Google Shape;8400;p58"/>
              <p:cNvSpPr/>
              <p:nvPr/>
            </p:nvSpPr>
            <p:spPr>
              <a:xfrm>
                <a:off x="4319384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1" name="Google Shape;8401;p58"/>
              <p:cNvSpPr/>
              <p:nvPr/>
            </p:nvSpPr>
            <p:spPr>
              <a:xfrm>
                <a:off x="4799870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2" name="Google Shape;8402;p58"/>
              <p:cNvSpPr/>
              <p:nvPr/>
            </p:nvSpPr>
            <p:spPr>
              <a:xfrm>
                <a:off x="5280356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03" name="Google Shape;8403;p58"/>
            <p:cNvGrpSpPr/>
            <p:nvPr/>
          </p:nvGrpSpPr>
          <p:grpSpPr>
            <a:xfrm>
              <a:off x="3358399" y="4011514"/>
              <a:ext cx="2363377" cy="139537"/>
              <a:chOff x="3294800" y="4134603"/>
              <a:chExt cx="2638876" cy="152400"/>
            </a:xfrm>
          </p:grpSpPr>
          <p:sp>
            <p:nvSpPr>
              <p:cNvPr id="8404" name="Google Shape;8404;p58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5" name="Google Shape;8405;p58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6" name="Google Shape;8406;p58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7" name="Google Shape;8407;p58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8" name="Google Shape;8408;p58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09" name="Google Shape;8409;p58"/>
            <p:cNvGrpSpPr/>
            <p:nvPr/>
          </p:nvGrpSpPr>
          <p:grpSpPr>
            <a:xfrm>
              <a:off x="3358399" y="4193010"/>
              <a:ext cx="2363377" cy="139537"/>
              <a:chOff x="3294800" y="4134603"/>
              <a:chExt cx="2638876" cy="152400"/>
            </a:xfrm>
          </p:grpSpPr>
          <p:sp>
            <p:nvSpPr>
              <p:cNvPr id="8410" name="Google Shape;8410;p58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1" name="Google Shape;8411;p58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2" name="Google Shape;8412;p58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3" name="Google Shape;8413;p58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4" name="Google Shape;8414;p58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8415" name="Google Shape;8415;p58"/>
          <p:cNvGraphicFramePr>
            <a:graphicFrameLocks noGrp="1"/>
          </p:cNvGraphicFramePr>
          <p:nvPr/>
        </p:nvGraphicFramePr>
        <p:xfrm>
          <a:off x="711463" y="2153834"/>
          <a:ext cx="2369800" cy="889350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59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4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4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4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416" name="Google Shape;8416;p58"/>
          <p:cNvGrpSpPr/>
          <p:nvPr/>
        </p:nvGrpSpPr>
        <p:grpSpPr>
          <a:xfrm>
            <a:off x="4161132" y="2557649"/>
            <a:ext cx="1302095" cy="60959"/>
            <a:chOff x="3558802" y="4011427"/>
            <a:chExt cx="1866000" cy="111300"/>
          </a:xfrm>
        </p:grpSpPr>
        <p:sp>
          <p:nvSpPr>
            <p:cNvPr id="8417" name="Google Shape;8417;p58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18" name="Google Shape;8418;p58"/>
            <p:cNvSpPr/>
            <p:nvPr/>
          </p:nvSpPr>
          <p:spPr>
            <a:xfrm rot="5400000" flipH="1">
              <a:off x="4167866" y="3416648"/>
              <a:ext cx="97200" cy="1301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19" name="Google Shape;8419;p58"/>
          <p:cNvGrpSpPr/>
          <p:nvPr/>
        </p:nvGrpSpPr>
        <p:grpSpPr>
          <a:xfrm>
            <a:off x="4706620" y="2839808"/>
            <a:ext cx="914340" cy="60959"/>
            <a:chOff x="3558802" y="4011427"/>
            <a:chExt cx="1866000" cy="111300"/>
          </a:xfrm>
        </p:grpSpPr>
        <p:sp>
          <p:nvSpPr>
            <p:cNvPr id="8420" name="Google Shape;8420;p58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21" name="Google Shape;8421;p58"/>
            <p:cNvSpPr/>
            <p:nvPr/>
          </p:nvSpPr>
          <p:spPr>
            <a:xfrm rot="5400000" flipH="1">
              <a:off x="4167866" y="3416648"/>
              <a:ext cx="97200" cy="1301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22" name="Google Shape;8422;p58"/>
          <p:cNvGrpSpPr/>
          <p:nvPr/>
        </p:nvGrpSpPr>
        <p:grpSpPr>
          <a:xfrm>
            <a:off x="5871419" y="3167606"/>
            <a:ext cx="2522867" cy="1001454"/>
            <a:chOff x="1904318" y="789980"/>
            <a:chExt cx="1489472" cy="606868"/>
          </a:xfrm>
        </p:grpSpPr>
        <p:cxnSp>
          <p:nvCxnSpPr>
            <p:cNvPr id="8423" name="Google Shape;8423;p58"/>
            <p:cNvCxnSpPr/>
            <p:nvPr/>
          </p:nvCxnSpPr>
          <p:spPr>
            <a:xfrm rot="10800000">
              <a:off x="2109981" y="1180903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24" name="Google Shape;8424;p58"/>
            <p:cNvCxnSpPr/>
            <p:nvPr/>
          </p:nvCxnSpPr>
          <p:spPr>
            <a:xfrm rot="10800000">
              <a:off x="2109981" y="985080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25" name="Google Shape;8425;p58"/>
            <p:cNvCxnSpPr/>
            <p:nvPr/>
          </p:nvCxnSpPr>
          <p:spPr>
            <a:xfrm rot="10800000">
              <a:off x="2109981" y="1376729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426" name="Google Shape;8426;p58"/>
            <p:cNvSpPr txBox="1"/>
            <p:nvPr/>
          </p:nvSpPr>
          <p:spPr>
            <a:xfrm flipH="1">
              <a:off x="210971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JANUARY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27" name="Google Shape;8427;p58"/>
            <p:cNvSpPr txBox="1"/>
            <p:nvPr/>
          </p:nvSpPr>
          <p:spPr>
            <a:xfrm flipH="1">
              <a:off x="2434275" y="789980"/>
              <a:ext cx="2892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FEBRUARY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28" name="Google Shape;8428;p58"/>
            <p:cNvSpPr txBox="1"/>
            <p:nvPr/>
          </p:nvSpPr>
          <p:spPr>
            <a:xfrm flipH="1">
              <a:off x="2781049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MARCH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29" name="Google Shape;8429;p58"/>
            <p:cNvSpPr txBox="1"/>
            <p:nvPr/>
          </p:nvSpPr>
          <p:spPr>
            <a:xfrm flipH="1">
              <a:off x="311269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APRIL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0" name="Google Shape;8430;p58"/>
            <p:cNvSpPr/>
            <p:nvPr/>
          </p:nvSpPr>
          <p:spPr>
            <a:xfrm>
              <a:off x="2105681" y="964326"/>
              <a:ext cx="2892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1" name="Google Shape;8431;p58"/>
            <p:cNvSpPr/>
            <p:nvPr/>
          </p:nvSpPr>
          <p:spPr>
            <a:xfrm>
              <a:off x="2109515" y="1159286"/>
              <a:ext cx="280200" cy="426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2" name="Google Shape;8432;p58"/>
            <p:cNvSpPr/>
            <p:nvPr/>
          </p:nvSpPr>
          <p:spPr>
            <a:xfrm>
              <a:off x="2753389" y="1353677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3" name="Google Shape;8433;p58"/>
            <p:cNvSpPr/>
            <p:nvPr/>
          </p:nvSpPr>
          <p:spPr>
            <a:xfrm>
              <a:off x="2105681" y="1159287"/>
              <a:ext cx="2892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4" name="Google Shape;8434;p58"/>
            <p:cNvSpPr/>
            <p:nvPr/>
          </p:nvSpPr>
          <p:spPr>
            <a:xfrm>
              <a:off x="2412005" y="1354248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5" name="Google Shape;8435;p58"/>
            <p:cNvSpPr/>
            <p:nvPr/>
          </p:nvSpPr>
          <p:spPr>
            <a:xfrm>
              <a:off x="2410087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6" name="Google Shape;8436;p58"/>
            <p:cNvSpPr txBox="1"/>
            <p:nvPr/>
          </p:nvSpPr>
          <p:spPr>
            <a:xfrm flipH="1">
              <a:off x="1906114" y="918164"/>
              <a:ext cx="203400" cy="10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PHASE 1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7" name="Google Shape;8437;p58"/>
            <p:cNvSpPr txBox="1"/>
            <p:nvPr/>
          </p:nvSpPr>
          <p:spPr>
            <a:xfrm flipH="1">
              <a:off x="1904318" y="1113390"/>
              <a:ext cx="2052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Task 1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8" name="Google Shape;8438;p58"/>
            <p:cNvSpPr txBox="1"/>
            <p:nvPr/>
          </p:nvSpPr>
          <p:spPr>
            <a:xfrm flipH="1">
              <a:off x="1906118" y="1304527"/>
              <a:ext cx="2034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Task 2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9" name="Google Shape;8439;p58"/>
            <p:cNvSpPr/>
            <p:nvPr/>
          </p:nvSpPr>
          <p:spPr>
            <a:xfrm>
              <a:off x="2750975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40" name="Google Shape;8440;p58"/>
          <p:cNvGrpSpPr/>
          <p:nvPr/>
        </p:nvGrpSpPr>
        <p:grpSpPr>
          <a:xfrm>
            <a:off x="3355824" y="951642"/>
            <a:ext cx="2363393" cy="1005865"/>
            <a:chOff x="3292400" y="1193188"/>
            <a:chExt cx="2615240" cy="1131075"/>
          </a:xfrm>
        </p:grpSpPr>
        <p:sp>
          <p:nvSpPr>
            <p:cNvPr id="8441" name="Google Shape;8441;p58"/>
            <p:cNvSpPr/>
            <p:nvPr/>
          </p:nvSpPr>
          <p:spPr>
            <a:xfrm>
              <a:off x="3292400" y="1845763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>
              <a:solidFill>
                <a:srgbClr val="ABBCC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2" name="Google Shape;8442;p58"/>
            <p:cNvSpPr/>
            <p:nvPr/>
          </p:nvSpPr>
          <p:spPr>
            <a:xfrm>
              <a:off x="3292400" y="1314860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3" name="Google Shape;8443;p58"/>
            <p:cNvSpPr txBox="1"/>
            <p:nvPr/>
          </p:nvSpPr>
          <p:spPr>
            <a:xfrm flipH="1">
              <a:off x="3678794" y="1193199"/>
              <a:ext cx="3705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JANUARY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4" name="Google Shape;8444;p58"/>
            <p:cNvSpPr txBox="1"/>
            <p:nvPr/>
          </p:nvSpPr>
          <p:spPr>
            <a:xfrm flipH="1">
              <a:off x="4051671" y="1193188"/>
              <a:ext cx="4014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FEBRUARY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5" name="Google Shape;8445;p58"/>
            <p:cNvSpPr txBox="1"/>
            <p:nvPr/>
          </p:nvSpPr>
          <p:spPr>
            <a:xfrm flipH="1">
              <a:off x="4453057" y="1193188"/>
              <a:ext cx="3480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MARCH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6" name="Google Shape;8446;p58"/>
            <p:cNvSpPr txBox="1"/>
            <p:nvPr/>
          </p:nvSpPr>
          <p:spPr>
            <a:xfrm flipH="1">
              <a:off x="4831790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APRIL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7" name="Google Shape;8447;p58"/>
            <p:cNvSpPr txBox="1"/>
            <p:nvPr/>
          </p:nvSpPr>
          <p:spPr>
            <a:xfrm flipH="1">
              <a:off x="5186134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MAY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8" name="Google Shape;8448;p58"/>
            <p:cNvSpPr txBox="1"/>
            <p:nvPr/>
          </p:nvSpPr>
          <p:spPr>
            <a:xfrm flipH="1">
              <a:off x="5562148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JUNE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9" name="Google Shape;8449;p58"/>
            <p:cNvSpPr txBox="1"/>
            <p:nvPr/>
          </p:nvSpPr>
          <p:spPr>
            <a:xfrm flipH="1">
              <a:off x="3349576" y="137246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PHASE 1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0" name="Google Shape;8450;p58"/>
            <p:cNvSpPr txBox="1"/>
            <p:nvPr/>
          </p:nvSpPr>
          <p:spPr>
            <a:xfrm flipH="1">
              <a:off x="3349579" y="189551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PHASE 2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1" name="Google Shape;8451;p58"/>
            <p:cNvSpPr txBox="1"/>
            <p:nvPr/>
          </p:nvSpPr>
          <p:spPr>
            <a:xfrm flipH="1">
              <a:off x="3355878" y="1543623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1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2" name="Google Shape;8452;p58"/>
            <p:cNvSpPr txBox="1"/>
            <p:nvPr/>
          </p:nvSpPr>
          <p:spPr>
            <a:xfrm flipH="1">
              <a:off x="3355878" y="1720328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2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3" name="Google Shape;8453;p58"/>
            <p:cNvSpPr txBox="1"/>
            <p:nvPr/>
          </p:nvSpPr>
          <p:spPr>
            <a:xfrm flipH="1">
              <a:off x="3355878" y="2072220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1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4" name="Google Shape;8454;p58"/>
            <p:cNvSpPr txBox="1"/>
            <p:nvPr/>
          </p:nvSpPr>
          <p:spPr>
            <a:xfrm flipH="1">
              <a:off x="3355889" y="2248920"/>
              <a:ext cx="256200" cy="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2</a:t>
              </a:r>
              <a:endParaRPr sz="400">
                <a:solidFill>
                  <a:srgbClr val="FFFFFF"/>
                </a:solidFill>
              </a:endParaRPr>
            </a:p>
          </p:txBody>
        </p:sp>
        <p:grpSp>
          <p:nvGrpSpPr>
            <p:cNvPr id="8455" name="Google Shape;8455;p58"/>
            <p:cNvGrpSpPr/>
            <p:nvPr/>
          </p:nvGrpSpPr>
          <p:grpSpPr>
            <a:xfrm>
              <a:off x="3748438" y="1378608"/>
              <a:ext cx="2159202" cy="903971"/>
              <a:chOff x="1683525" y="2179850"/>
              <a:chExt cx="4519050" cy="2134525"/>
            </a:xfrm>
          </p:grpSpPr>
          <p:sp>
            <p:nvSpPr>
              <p:cNvPr id="8456" name="Google Shape;8456;p58"/>
              <p:cNvSpPr/>
              <p:nvPr/>
            </p:nvSpPr>
            <p:spPr>
              <a:xfrm>
                <a:off x="1683525" y="2179850"/>
                <a:ext cx="4519050" cy="53925"/>
              </a:xfrm>
              <a:custGeom>
                <a:rect l="l" t="t" r="r" b="b"/>
                <a:pathLst>
                  <a:path w="180762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3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57" name="Google Shape;8457;p58"/>
              <p:cNvSpPr/>
              <p:nvPr/>
            </p:nvSpPr>
            <p:spPr>
              <a:xfrm>
                <a:off x="1683525" y="2595975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58" name="Google Shape;8458;p58"/>
              <p:cNvSpPr/>
              <p:nvPr/>
            </p:nvSpPr>
            <p:spPr>
              <a:xfrm>
                <a:off x="1683525" y="3012100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80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2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59" name="Google Shape;8459;p58"/>
              <p:cNvSpPr/>
              <p:nvPr/>
            </p:nvSpPr>
            <p:spPr>
              <a:xfrm>
                <a:off x="1683525" y="3428225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0" name="Google Shape;8460;p58"/>
              <p:cNvSpPr/>
              <p:nvPr/>
            </p:nvSpPr>
            <p:spPr>
              <a:xfrm>
                <a:off x="1683525" y="3844350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548" y="1"/>
                    </a:moveTo>
                    <a:cubicBezTo>
                      <a:pt x="251" y="1"/>
                      <a:pt x="1" y="251"/>
                      <a:pt x="1" y="560"/>
                    </a:cubicBezTo>
                    <a:lnTo>
                      <a:pt x="1" y="1608"/>
                    </a:lnTo>
                    <a:cubicBezTo>
                      <a:pt x="1" y="1917"/>
                      <a:pt x="251" y="2156"/>
                      <a:pt x="548" y="2156"/>
                    </a:cubicBezTo>
                    <a:lnTo>
                      <a:pt x="180202" y="2156"/>
                    </a:lnTo>
                    <a:cubicBezTo>
                      <a:pt x="180511" y="2156"/>
                      <a:pt x="180761" y="1917"/>
                      <a:pt x="180761" y="1608"/>
                    </a:cubicBezTo>
                    <a:lnTo>
                      <a:pt x="180761" y="560"/>
                    </a:lnTo>
                    <a:cubicBezTo>
                      <a:pt x="180761" y="251"/>
                      <a:pt x="180511" y="1"/>
                      <a:pt x="180202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1" name="Google Shape;8461;p58"/>
              <p:cNvSpPr/>
              <p:nvPr/>
            </p:nvSpPr>
            <p:spPr>
              <a:xfrm>
                <a:off x="1683525" y="4260475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0"/>
                    </a:moveTo>
                    <a:cubicBezTo>
                      <a:pt x="477" y="0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0"/>
                      <a:pt x="179678" y="0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2" name="Google Shape;8462;p58"/>
              <p:cNvSpPr/>
              <p:nvPr/>
            </p:nvSpPr>
            <p:spPr>
              <a:xfrm>
                <a:off x="1683525" y="2179850"/>
                <a:ext cx="921275" cy="53925"/>
              </a:xfrm>
              <a:custGeom>
                <a:rect l="l" t="t" r="r" b="b"/>
                <a:pathLst>
                  <a:path w="36851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35767" y="2156"/>
                    </a:lnTo>
                    <a:cubicBezTo>
                      <a:pt x="36362" y="2156"/>
                      <a:pt x="36851" y="1668"/>
                      <a:pt x="36851" y="1073"/>
                    </a:cubicBezTo>
                    <a:cubicBezTo>
                      <a:pt x="36851" y="477"/>
                      <a:pt x="36362" y="1"/>
                      <a:pt x="35767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3" name="Google Shape;8463;p58"/>
              <p:cNvSpPr/>
              <p:nvPr/>
            </p:nvSpPr>
            <p:spPr>
              <a:xfrm>
                <a:off x="2166625" y="2595975"/>
                <a:ext cx="2036900" cy="53900"/>
              </a:xfrm>
              <a:custGeom>
                <a:rect l="l" t="t" r="r" b="b"/>
                <a:pathLst>
                  <a:path w="81476" h="2156" extrusionOk="0">
                    <a:moveTo>
                      <a:pt x="1084" y="1"/>
                    </a:moveTo>
                    <a:cubicBezTo>
                      <a:pt x="489" y="1"/>
                      <a:pt x="1" y="489"/>
                      <a:pt x="1" y="1084"/>
                    </a:cubicBezTo>
                    <a:cubicBezTo>
                      <a:pt x="1" y="1668"/>
                      <a:pt x="489" y="2156"/>
                      <a:pt x="1084" y="2156"/>
                    </a:cubicBezTo>
                    <a:lnTo>
                      <a:pt x="80392" y="2156"/>
                    </a:lnTo>
                    <a:cubicBezTo>
                      <a:pt x="80987" y="2156"/>
                      <a:pt x="81475" y="1668"/>
                      <a:pt x="81475" y="1084"/>
                    </a:cubicBezTo>
                    <a:cubicBezTo>
                      <a:pt x="81475" y="489"/>
                      <a:pt x="80987" y="1"/>
                      <a:pt x="80392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4" name="Google Shape;8464;p58"/>
              <p:cNvSpPr/>
              <p:nvPr/>
            </p:nvSpPr>
            <p:spPr>
              <a:xfrm>
                <a:off x="2808675" y="3012100"/>
                <a:ext cx="1082000" cy="53900"/>
              </a:xfrm>
              <a:custGeom>
                <a:rect l="l" t="t" r="r" b="b"/>
                <a:pathLst>
                  <a:path w="43280" h="2156" extrusionOk="0">
                    <a:moveTo>
                      <a:pt x="1072" y="1"/>
                    </a:moveTo>
                    <a:cubicBezTo>
                      <a:pt x="477" y="1"/>
                      <a:pt x="0" y="477"/>
                      <a:pt x="0" y="1072"/>
                    </a:cubicBezTo>
                    <a:cubicBezTo>
                      <a:pt x="0" y="1668"/>
                      <a:pt x="477" y="2156"/>
                      <a:pt x="1072" y="2156"/>
                    </a:cubicBezTo>
                    <a:lnTo>
                      <a:pt x="42196" y="2156"/>
                    </a:lnTo>
                    <a:cubicBezTo>
                      <a:pt x="42791" y="2156"/>
                      <a:pt x="43280" y="1668"/>
                      <a:pt x="43280" y="1072"/>
                    </a:cubicBezTo>
                    <a:cubicBezTo>
                      <a:pt x="43280" y="477"/>
                      <a:pt x="42791" y="1"/>
                      <a:pt x="42196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5" name="Google Shape;8465;p58"/>
              <p:cNvSpPr/>
              <p:nvPr/>
            </p:nvSpPr>
            <p:spPr>
              <a:xfrm>
                <a:off x="2942925" y="3428225"/>
                <a:ext cx="2044925" cy="53900"/>
              </a:xfrm>
              <a:custGeom>
                <a:rect l="l" t="t" r="r" b="b"/>
                <a:pathLst>
                  <a:path w="81797" h="2156" extrusionOk="0">
                    <a:moveTo>
                      <a:pt x="1084" y="1"/>
                    </a:moveTo>
                    <a:cubicBezTo>
                      <a:pt x="488" y="1"/>
                      <a:pt x="0" y="489"/>
                      <a:pt x="12" y="1084"/>
                    </a:cubicBezTo>
                    <a:cubicBezTo>
                      <a:pt x="12" y="1679"/>
                      <a:pt x="488" y="2156"/>
                      <a:pt x="1084" y="2156"/>
                    </a:cubicBezTo>
                    <a:lnTo>
                      <a:pt x="80713" y="2156"/>
                    </a:lnTo>
                    <a:cubicBezTo>
                      <a:pt x="81308" y="2156"/>
                      <a:pt x="81796" y="1679"/>
                      <a:pt x="81796" y="1084"/>
                    </a:cubicBezTo>
                    <a:cubicBezTo>
                      <a:pt x="81796" y="489"/>
                      <a:pt x="81308" y="1"/>
                      <a:pt x="80713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6" name="Google Shape;8466;p58"/>
              <p:cNvSpPr/>
              <p:nvPr/>
            </p:nvSpPr>
            <p:spPr>
              <a:xfrm>
                <a:off x="3933825" y="3844350"/>
                <a:ext cx="1650825" cy="53900"/>
              </a:xfrm>
              <a:custGeom>
                <a:rect l="l" t="t" r="r" b="b"/>
                <a:pathLst>
                  <a:path w="66033" h="2156" extrusionOk="0">
                    <a:moveTo>
                      <a:pt x="548" y="1"/>
                    </a:moveTo>
                    <a:cubicBezTo>
                      <a:pt x="238" y="1"/>
                      <a:pt x="0" y="251"/>
                      <a:pt x="0" y="560"/>
                    </a:cubicBezTo>
                    <a:lnTo>
                      <a:pt x="0" y="1608"/>
                    </a:lnTo>
                    <a:cubicBezTo>
                      <a:pt x="0" y="1917"/>
                      <a:pt x="238" y="2156"/>
                      <a:pt x="548" y="2156"/>
                    </a:cubicBezTo>
                    <a:lnTo>
                      <a:pt x="65472" y="2156"/>
                    </a:lnTo>
                    <a:cubicBezTo>
                      <a:pt x="65782" y="2156"/>
                      <a:pt x="66032" y="1917"/>
                      <a:pt x="66032" y="1608"/>
                    </a:cubicBezTo>
                    <a:lnTo>
                      <a:pt x="66032" y="560"/>
                    </a:lnTo>
                    <a:cubicBezTo>
                      <a:pt x="66032" y="251"/>
                      <a:pt x="65782" y="1"/>
                      <a:pt x="6547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7" name="Google Shape;8467;p58"/>
              <p:cNvSpPr/>
              <p:nvPr/>
            </p:nvSpPr>
            <p:spPr>
              <a:xfrm>
                <a:off x="5058950" y="4260775"/>
                <a:ext cx="1143625" cy="53600"/>
              </a:xfrm>
              <a:custGeom>
                <a:rect l="l" t="t" r="r" b="b"/>
                <a:pathLst>
                  <a:path w="45745" h="2144" extrusionOk="0">
                    <a:moveTo>
                      <a:pt x="1072" y="0"/>
                    </a:moveTo>
                    <a:cubicBezTo>
                      <a:pt x="477" y="0"/>
                      <a:pt x="1" y="477"/>
                      <a:pt x="1" y="1072"/>
                    </a:cubicBezTo>
                    <a:cubicBezTo>
                      <a:pt x="1" y="1667"/>
                      <a:pt x="477" y="2144"/>
                      <a:pt x="1072" y="2144"/>
                    </a:cubicBezTo>
                    <a:lnTo>
                      <a:pt x="44661" y="2144"/>
                    </a:lnTo>
                    <a:cubicBezTo>
                      <a:pt x="45256" y="2144"/>
                      <a:pt x="45744" y="1667"/>
                      <a:pt x="45744" y="1072"/>
                    </a:cubicBezTo>
                    <a:cubicBezTo>
                      <a:pt x="45744" y="477"/>
                      <a:pt x="45256" y="0"/>
                      <a:pt x="44661" y="0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</p:grp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19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</vt:lpstr>
      <vt:lpstr>Proxima Nova</vt:lpstr>
      <vt:lpstr>Amatic SC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2026-07-08T12:43:35.143</cp:lastPrinted>
  <dcterms:created xsi:type="dcterms:W3CDTF">2026-07-08T19:43:35Z</dcterms:created>
  <dcterms:modified xsi:type="dcterms:W3CDTF">2026-07-08T19:43:35Z</dcterms:modified>
</cp:coreProperties>
</file>