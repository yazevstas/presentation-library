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Bebas Neue" panose="020B0606020202050201" pitchFamily="2" charset="0"/>
      <p:regular r:id="rId10"/>
    </p:embeddedFont>
    <p:embeddedFont>
      <p:font typeface="DM Mono" panose="020B0509040201040103" pitchFamily="1" charset="0"/>
      <p:regular r:id="rId11"/>
      <p:italic r:id="rId12"/>
    </p:embeddedFont>
    <p:embeddedFont>
      <p:font typeface="Hanken Grotesk" panose="020B0604020202020204" charset="0"/>
      <p:regular r:id="rId13"/>
      <p:bold r:id="rId14"/>
      <p:italic r:id="rId15"/>
      <p:boldItalic r:id="rId16"/>
    </p:embeddedFont>
    <p:embeddedFont>
      <p:font typeface="Open Sans" panose="020B0606030504020204" pitchFamily="2" charset="0"/>
      <p:regular r:id="rId17"/>
      <p:bold r:id="rId18"/>
      <p:italic r:id="rId19"/>
      <p:boldItalic r:id="rId20"/>
    </p:embeddedFont>
    <p:embeddedFont>
      <p:font typeface="Raleway" pitchFamily="2" charset="0"/>
      <p:regular r:id="rId21"/>
      <p:bold r:id="rId22"/>
      <p:italic r:id="rId23"/>
      <p:boldItalic r:id="rId24"/>
    </p:embeddedFont>
    <p:embeddedFont>
      <p:font typeface="Raleway Black" pitchFamily="2" charset="0"/>
      <p:bold r:id="rId25"/>
      <p:boldItalic r:id="rId26"/>
    </p:embeddedFont>
    <p:embeddedFont>
      <p:font typeface="Raleway ExtraBold" pitchFamily="2" charset="0"/>
      <p:bold r:id="rId27"/>
      <p:boldItalic r:id="rId28"/>
    </p:embeddedFont>
    <p:embeddedFont>
      <p:font typeface="Roboto Medium" panose="02000000000000000000" pitchFamily="2" charset="0"/>
      <p:regular r:id="rId29"/>
      <p:italic r:id="rId30"/>
    </p:embeddedFont>
    <p:embeddedFont>
      <p:font typeface="Roboto" panose="02000000000000000000" pitchFamily="2"/>
      <p:bold r:id="rId31"/>
      <p:boldItalic r:id="rId32"/>
    </p:embeddedFont>
    <p:embeddedFont>
      <p:font typeface="Segoe UI" panose="020B0502040204020203" pitchFamily="2" charset="0"/>
      <p:regular r:id="rId33"/>
      <p:bold r:id="rId34"/>
      <p:italic r:id="rId35"/>
      <p:boldItalic r:id="rId36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font" Target="fonts/font21.fntdata" /><Relationship Id="rId27" Type="http://schemas.openxmlformats.org/officeDocument/2006/relationships/font" Target="fonts/font22.fntdata" /><Relationship Id="rId28" Type="http://schemas.openxmlformats.org/officeDocument/2006/relationships/font" Target="fonts/font23.fntdata" /><Relationship Id="rId29" Type="http://schemas.openxmlformats.org/officeDocument/2006/relationships/font" Target="fonts/font24.fntdata" /><Relationship Id="rId3" Type="http://schemas.openxmlformats.org/officeDocument/2006/relationships/notesMaster" Target="notesMasters/notesMaster1.xml" /><Relationship Id="rId30" Type="http://schemas.openxmlformats.org/officeDocument/2006/relationships/font" Target="fonts/font25.fntdata" /><Relationship Id="rId31" Type="http://schemas.openxmlformats.org/officeDocument/2006/relationships/font" Target="fonts/font26.fntdata" /><Relationship Id="rId32" Type="http://schemas.openxmlformats.org/officeDocument/2006/relationships/font" Target="fonts/font27.fntdata" /><Relationship Id="rId33" Type="http://schemas.openxmlformats.org/officeDocument/2006/relationships/font" Target="fonts/font28.fntdata" /><Relationship Id="rId34" Type="http://schemas.openxmlformats.org/officeDocument/2006/relationships/font" Target="fonts/font29.fntdata" /><Relationship Id="rId35" Type="http://schemas.openxmlformats.org/officeDocument/2006/relationships/font" Target="fonts/font30.fntdata" /><Relationship Id="rId36" Type="http://schemas.openxmlformats.org/officeDocument/2006/relationships/font" Target="fonts/font31.fntdata" /><Relationship Id="rId37" Type="http://schemas.openxmlformats.org/officeDocument/2006/relationships/presProps" Target="presProps.xml" /><Relationship Id="rId38" Type="http://schemas.openxmlformats.org/officeDocument/2006/relationships/viewProps" Target="viewProps.xml" /><Relationship Id="rId39" Type="http://schemas.openxmlformats.org/officeDocument/2006/relationships/theme" Target="theme/theme1.xml" /><Relationship Id="rId4" Type="http://schemas.openxmlformats.org/officeDocument/2006/relationships/slide" Target="slides/slide1.xml" /><Relationship Id="rId40" Type="http://schemas.openxmlformats.org/officeDocument/2006/relationships/tableStyles" Target="tableStyles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756"/>
        <p:cNvGrpSpPr/>
        <p:nvPr/>
      </p:nvGrpSpPr>
      <p:grpSpPr>
        <a:xfrm>
          <a:off x="0" y="0"/>
          <a:ext cx="0" cy="0"/>
        </a:xfrm>
      </p:grpSpPr>
      <p:sp>
        <p:nvSpPr>
          <p:cNvPr id="757" name="Google Shape;757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F68F6DD-37DE-4A3D-8430-AEAD05E4477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3072BDE-1144-4A5C-9F71-AD659D343E2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2E5F52E-3473-43DD-9763-8A458B1F526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D1E25813-9FB9-47F6-8977-19CE515FB8A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61D71EA1-F346-4AD0-BCC3-84DD730D25C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77B750A0-7B3D-4653-AB95-32EE4B06A27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DA3D3B32-29C3-4210-A64F-263F9A1F49C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C32C07D5-B3D0-46DB-9A0F-EE6BAA40498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ACA88E1F-E5CE-46E9-92E4-1881A143176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8DED975-A36F-46B3-9DF4-93B1314619D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6C9E493-4CD0-4B0F-A43D-E46CF80448E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759"/>
        <p:cNvGrpSpPr/>
        <p:nvPr/>
      </p:nvGrpSpPr>
      <p:grpSpPr>
        <a:xfrm>
          <a:off x="0" y="0"/>
          <a:ext cx="0" cy="0"/>
        </a:xfrm>
      </p:grpSpPr>
      <p:sp>
        <p:nvSpPr>
          <p:cNvPr id="760" name="Google Shape;760;p33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/>
              <a:t>НАША ИДЕЯ</a:t>
            </a:r>
            <a:endParaRPr lang="en"/>
          </a:p>
        </p:txBody>
      </p:sp>
      <p:sp>
        <p:nvSpPr>
          <p:cNvPr id="761" name="Google Shape;761;p3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/>
              <a:t>ВВЕДЕНИЕ</a:t>
            </a:r>
            <a:endParaRPr lang="en"/>
          </a:p>
        </p:txBody>
      </p:sp>
      <p:sp>
        <p:nvSpPr>
          <p:cNvPr id="762" name="Google Shape;762;p33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 err="1"/>
              <a:t>Раздел “наша идея” должен включать в себя описание вашего продукта/услуги, как они работают и в чем заключается потребительская ценность. Вы также должны рассказать о рыночных возможностях вашего продукта/услуги</a:t>
            </a:r>
            <a:endParaRPr lang="ru-RU" err="1"/>
          </a:p>
        </p:txBody>
      </p:sp>
      <p:sp>
        <p:nvSpPr>
          <p:cNvPr id="763" name="Google Shape;763;p33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/>
              <a:t>Презентация вашей компании в pitch deck должна включать краткий обзор того, кто вы и чем занимаетесь. Она также должна включать краткое описание того, почему ваш продукт или услуга уникальны и какую ценность они представляют для клиентов</a:t>
            </a:r>
            <a:endParaRPr lang="ru-RU"/>
          </a:p>
        </p:txBody>
      </p:sp>
      <p:sp>
        <p:nvSpPr>
          <p:cNvPr id="764" name="Google Shape;764;p33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/>
              <a:t>НАША КОМПАНИЯ</a:t>
            </a:r>
          </a:p>
        </p:txBody>
      </p:sp>
      <p:sp>
        <p:nvSpPr>
          <p:cNvPr id="765" name="Google Shape;765;p33"/>
          <p:cNvSpPr/>
          <p:nvPr/>
        </p:nvSpPr>
        <p:spPr>
          <a:xfrm>
            <a:off x="4802944" y="1737588"/>
            <a:ext cx="345150" cy="344900"/>
          </a:xfrm>
          <a:custGeom>
            <a:rect l="l" t="t" r="r" b="b"/>
            <a:pathLst>
              <a:path w="13805" h="13796" extrusionOk="0">
                <a:moveTo>
                  <a:pt x="2561" y="880"/>
                </a:moveTo>
                <a:lnTo>
                  <a:pt x="3964" y="1747"/>
                </a:lnTo>
                <a:lnTo>
                  <a:pt x="2561" y="2622"/>
                </a:lnTo>
                <a:lnTo>
                  <a:pt x="1170" y="1747"/>
                </a:lnTo>
                <a:lnTo>
                  <a:pt x="2561" y="880"/>
                </a:lnTo>
                <a:close/>
                <a:moveTo>
                  <a:pt x="11247" y="880"/>
                </a:moveTo>
                <a:lnTo>
                  <a:pt x="12638" y="1747"/>
                </a:lnTo>
                <a:lnTo>
                  <a:pt x="11247" y="2622"/>
                </a:lnTo>
                <a:lnTo>
                  <a:pt x="9855" y="1747"/>
                </a:lnTo>
                <a:lnTo>
                  <a:pt x="11247" y="880"/>
                </a:lnTo>
                <a:close/>
                <a:moveTo>
                  <a:pt x="808" y="2482"/>
                </a:moveTo>
                <a:lnTo>
                  <a:pt x="2152" y="3323"/>
                </a:lnTo>
                <a:lnTo>
                  <a:pt x="2152" y="5065"/>
                </a:lnTo>
                <a:lnTo>
                  <a:pt x="808" y="4224"/>
                </a:lnTo>
                <a:lnTo>
                  <a:pt x="808" y="2482"/>
                </a:lnTo>
                <a:close/>
                <a:moveTo>
                  <a:pt x="4315" y="2482"/>
                </a:moveTo>
                <a:lnTo>
                  <a:pt x="4315" y="4224"/>
                </a:lnTo>
                <a:lnTo>
                  <a:pt x="2971" y="5065"/>
                </a:lnTo>
                <a:lnTo>
                  <a:pt x="2971" y="3323"/>
                </a:lnTo>
                <a:lnTo>
                  <a:pt x="4315" y="2482"/>
                </a:lnTo>
                <a:close/>
                <a:moveTo>
                  <a:pt x="9493" y="2482"/>
                </a:moveTo>
                <a:lnTo>
                  <a:pt x="10837" y="3323"/>
                </a:lnTo>
                <a:lnTo>
                  <a:pt x="10837" y="5065"/>
                </a:lnTo>
                <a:lnTo>
                  <a:pt x="9493" y="4224"/>
                </a:lnTo>
                <a:lnTo>
                  <a:pt x="9493" y="2482"/>
                </a:lnTo>
                <a:close/>
                <a:moveTo>
                  <a:pt x="13000" y="2482"/>
                </a:moveTo>
                <a:lnTo>
                  <a:pt x="13000" y="4224"/>
                </a:lnTo>
                <a:lnTo>
                  <a:pt x="11642" y="5065"/>
                </a:lnTo>
                <a:lnTo>
                  <a:pt x="11642" y="3323"/>
                </a:lnTo>
                <a:lnTo>
                  <a:pt x="13000" y="2482"/>
                </a:lnTo>
                <a:close/>
                <a:moveTo>
                  <a:pt x="2561" y="8479"/>
                </a:moveTo>
                <a:lnTo>
                  <a:pt x="3964" y="9355"/>
                </a:lnTo>
                <a:lnTo>
                  <a:pt x="2561" y="10219"/>
                </a:lnTo>
                <a:lnTo>
                  <a:pt x="1170" y="9355"/>
                </a:lnTo>
                <a:lnTo>
                  <a:pt x="2561" y="8479"/>
                </a:lnTo>
                <a:close/>
                <a:moveTo>
                  <a:pt x="11247" y="8479"/>
                </a:moveTo>
                <a:lnTo>
                  <a:pt x="12638" y="9355"/>
                </a:lnTo>
                <a:lnTo>
                  <a:pt x="11247" y="10219"/>
                </a:lnTo>
                <a:lnTo>
                  <a:pt x="9855" y="9355"/>
                </a:lnTo>
                <a:lnTo>
                  <a:pt x="11247" y="8479"/>
                </a:lnTo>
                <a:close/>
                <a:moveTo>
                  <a:pt x="8685" y="2961"/>
                </a:moveTo>
                <a:lnTo>
                  <a:pt x="8685" y="4445"/>
                </a:lnTo>
                <a:cubicBezTo>
                  <a:pt x="8685" y="4586"/>
                  <a:pt x="8756" y="4715"/>
                  <a:pt x="8873" y="4785"/>
                </a:cubicBezTo>
                <a:lnTo>
                  <a:pt x="10837" y="6025"/>
                </a:lnTo>
                <a:lnTo>
                  <a:pt x="10837" y="7778"/>
                </a:lnTo>
                <a:lnTo>
                  <a:pt x="8873" y="9015"/>
                </a:lnTo>
                <a:cubicBezTo>
                  <a:pt x="8756" y="9085"/>
                  <a:pt x="8685" y="9214"/>
                  <a:pt x="8685" y="9355"/>
                </a:cubicBezTo>
                <a:lnTo>
                  <a:pt x="8685" y="10839"/>
                </a:lnTo>
                <a:lnTo>
                  <a:pt x="5120" y="10839"/>
                </a:lnTo>
                <a:lnTo>
                  <a:pt x="5120" y="9355"/>
                </a:lnTo>
                <a:cubicBezTo>
                  <a:pt x="5120" y="9214"/>
                  <a:pt x="5050" y="9085"/>
                  <a:pt x="4935" y="9015"/>
                </a:cubicBezTo>
                <a:lnTo>
                  <a:pt x="2971" y="7778"/>
                </a:lnTo>
                <a:lnTo>
                  <a:pt x="2971" y="6025"/>
                </a:lnTo>
                <a:lnTo>
                  <a:pt x="4935" y="4785"/>
                </a:lnTo>
                <a:cubicBezTo>
                  <a:pt x="5050" y="4715"/>
                  <a:pt x="5120" y="4586"/>
                  <a:pt x="5120" y="4445"/>
                </a:cubicBezTo>
                <a:lnTo>
                  <a:pt x="5120" y="2961"/>
                </a:lnTo>
                <a:close/>
                <a:moveTo>
                  <a:pt x="808" y="10078"/>
                </a:moveTo>
                <a:lnTo>
                  <a:pt x="2152" y="10920"/>
                </a:lnTo>
                <a:lnTo>
                  <a:pt x="2152" y="12662"/>
                </a:lnTo>
                <a:lnTo>
                  <a:pt x="808" y="11821"/>
                </a:lnTo>
                <a:lnTo>
                  <a:pt x="808" y="10078"/>
                </a:lnTo>
                <a:close/>
                <a:moveTo>
                  <a:pt x="4315" y="10078"/>
                </a:moveTo>
                <a:lnTo>
                  <a:pt x="4315" y="11821"/>
                </a:lnTo>
                <a:lnTo>
                  <a:pt x="2971" y="12662"/>
                </a:lnTo>
                <a:lnTo>
                  <a:pt x="2971" y="10920"/>
                </a:lnTo>
                <a:lnTo>
                  <a:pt x="4315" y="10078"/>
                </a:lnTo>
                <a:close/>
                <a:moveTo>
                  <a:pt x="9493" y="10078"/>
                </a:moveTo>
                <a:lnTo>
                  <a:pt x="10837" y="10920"/>
                </a:lnTo>
                <a:lnTo>
                  <a:pt x="10837" y="12662"/>
                </a:lnTo>
                <a:lnTo>
                  <a:pt x="9493" y="11821"/>
                </a:lnTo>
                <a:lnTo>
                  <a:pt x="9493" y="10078"/>
                </a:lnTo>
                <a:close/>
                <a:moveTo>
                  <a:pt x="13000" y="10078"/>
                </a:moveTo>
                <a:lnTo>
                  <a:pt x="13000" y="11821"/>
                </a:lnTo>
                <a:lnTo>
                  <a:pt x="11642" y="12662"/>
                </a:lnTo>
                <a:lnTo>
                  <a:pt x="11642" y="10920"/>
                </a:lnTo>
                <a:lnTo>
                  <a:pt x="13000" y="10078"/>
                </a:lnTo>
                <a:close/>
                <a:moveTo>
                  <a:pt x="2561" y="0"/>
                </a:moveTo>
                <a:cubicBezTo>
                  <a:pt x="2489" y="0"/>
                  <a:pt x="2416" y="21"/>
                  <a:pt x="2351" y="63"/>
                </a:cubicBezTo>
                <a:lnTo>
                  <a:pt x="188" y="1407"/>
                </a:lnTo>
                <a:cubicBezTo>
                  <a:pt x="70" y="1477"/>
                  <a:pt x="0" y="1618"/>
                  <a:pt x="0" y="1747"/>
                </a:cubicBezTo>
                <a:lnTo>
                  <a:pt x="0" y="4445"/>
                </a:lnTo>
                <a:cubicBezTo>
                  <a:pt x="0" y="4586"/>
                  <a:pt x="70" y="4715"/>
                  <a:pt x="188" y="4785"/>
                </a:cubicBezTo>
                <a:lnTo>
                  <a:pt x="2152" y="6025"/>
                </a:lnTo>
                <a:lnTo>
                  <a:pt x="2152" y="7778"/>
                </a:lnTo>
                <a:lnTo>
                  <a:pt x="188" y="9015"/>
                </a:lnTo>
                <a:cubicBezTo>
                  <a:pt x="70" y="9085"/>
                  <a:pt x="0" y="9214"/>
                  <a:pt x="0" y="9355"/>
                </a:cubicBezTo>
                <a:lnTo>
                  <a:pt x="0" y="12056"/>
                </a:lnTo>
                <a:cubicBezTo>
                  <a:pt x="0" y="12182"/>
                  <a:pt x="70" y="12323"/>
                  <a:pt x="188" y="12393"/>
                </a:cubicBezTo>
                <a:lnTo>
                  <a:pt x="2351" y="13739"/>
                </a:lnTo>
                <a:cubicBezTo>
                  <a:pt x="2410" y="13784"/>
                  <a:pt x="2491" y="13795"/>
                  <a:pt x="2561" y="13795"/>
                </a:cubicBezTo>
                <a:cubicBezTo>
                  <a:pt x="2632" y="13795"/>
                  <a:pt x="2713" y="13784"/>
                  <a:pt x="2772" y="13739"/>
                </a:cubicBezTo>
                <a:lnTo>
                  <a:pt x="4935" y="12393"/>
                </a:lnTo>
                <a:cubicBezTo>
                  <a:pt x="5050" y="12323"/>
                  <a:pt x="5120" y="12182"/>
                  <a:pt x="5120" y="12056"/>
                </a:cubicBezTo>
                <a:lnTo>
                  <a:pt x="5120" y="11647"/>
                </a:lnTo>
                <a:lnTo>
                  <a:pt x="8685" y="11647"/>
                </a:lnTo>
                <a:lnTo>
                  <a:pt x="8685" y="12056"/>
                </a:lnTo>
                <a:cubicBezTo>
                  <a:pt x="8685" y="12182"/>
                  <a:pt x="8756" y="12323"/>
                  <a:pt x="8873" y="12393"/>
                </a:cubicBezTo>
                <a:lnTo>
                  <a:pt x="11025" y="13739"/>
                </a:lnTo>
                <a:cubicBezTo>
                  <a:pt x="11095" y="13784"/>
                  <a:pt x="11165" y="13795"/>
                  <a:pt x="11247" y="13795"/>
                </a:cubicBezTo>
                <a:cubicBezTo>
                  <a:pt x="11317" y="13795"/>
                  <a:pt x="11387" y="13784"/>
                  <a:pt x="11457" y="13739"/>
                </a:cubicBezTo>
                <a:lnTo>
                  <a:pt x="13620" y="12393"/>
                </a:lnTo>
                <a:cubicBezTo>
                  <a:pt x="13735" y="12323"/>
                  <a:pt x="13805" y="12182"/>
                  <a:pt x="13805" y="12056"/>
                </a:cubicBezTo>
                <a:lnTo>
                  <a:pt x="13805" y="9355"/>
                </a:lnTo>
                <a:cubicBezTo>
                  <a:pt x="13805" y="9214"/>
                  <a:pt x="13735" y="9085"/>
                  <a:pt x="13620" y="9015"/>
                </a:cubicBezTo>
                <a:lnTo>
                  <a:pt x="11642" y="7778"/>
                </a:lnTo>
                <a:lnTo>
                  <a:pt x="11642" y="6025"/>
                </a:lnTo>
                <a:lnTo>
                  <a:pt x="13620" y="4785"/>
                </a:lnTo>
                <a:cubicBezTo>
                  <a:pt x="13735" y="4715"/>
                  <a:pt x="13805" y="4586"/>
                  <a:pt x="13805" y="4445"/>
                </a:cubicBezTo>
                <a:lnTo>
                  <a:pt x="13805" y="1747"/>
                </a:lnTo>
                <a:cubicBezTo>
                  <a:pt x="13805" y="1618"/>
                  <a:pt x="13735" y="1477"/>
                  <a:pt x="13620" y="1407"/>
                </a:cubicBezTo>
                <a:lnTo>
                  <a:pt x="11457" y="63"/>
                </a:lnTo>
                <a:cubicBezTo>
                  <a:pt x="11393" y="21"/>
                  <a:pt x="11320" y="0"/>
                  <a:pt x="11245" y="0"/>
                </a:cubicBezTo>
                <a:cubicBezTo>
                  <a:pt x="11171" y="0"/>
                  <a:pt x="11095" y="21"/>
                  <a:pt x="11025" y="63"/>
                </a:cubicBezTo>
                <a:lnTo>
                  <a:pt x="8873" y="1407"/>
                </a:lnTo>
                <a:cubicBezTo>
                  <a:pt x="8756" y="1477"/>
                  <a:pt x="8685" y="1618"/>
                  <a:pt x="8685" y="1747"/>
                </a:cubicBezTo>
                <a:lnTo>
                  <a:pt x="8685" y="2153"/>
                </a:lnTo>
                <a:lnTo>
                  <a:pt x="5120" y="2153"/>
                </a:lnTo>
                <a:lnTo>
                  <a:pt x="5120" y="1747"/>
                </a:lnTo>
                <a:cubicBezTo>
                  <a:pt x="5120" y="1618"/>
                  <a:pt x="5050" y="1477"/>
                  <a:pt x="4935" y="1407"/>
                </a:cubicBezTo>
                <a:lnTo>
                  <a:pt x="2772" y="63"/>
                </a:lnTo>
                <a:cubicBezTo>
                  <a:pt x="2707" y="21"/>
                  <a:pt x="2634" y="0"/>
                  <a:pt x="2561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766" name="Google Shape;766;p33"/>
          <p:cNvSpPr/>
          <p:nvPr/>
        </p:nvSpPr>
        <p:spPr>
          <a:xfrm>
            <a:off x="1747457" y="1737475"/>
            <a:ext cx="345150" cy="345125"/>
          </a:xfrm>
          <a:custGeom>
            <a:rect l="l" t="t" r="r" b="b"/>
            <a:pathLst>
              <a:path w="13805" h="13805" extrusionOk="0">
                <a:moveTo>
                  <a:pt x="2547" y="808"/>
                </a:moveTo>
                <a:cubicBezTo>
                  <a:pt x="2991" y="808"/>
                  <a:pt x="3355" y="1170"/>
                  <a:pt x="3355" y="1616"/>
                </a:cubicBezTo>
                <a:cubicBezTo>
                  <a:pt x="3355" y="2059"/>
                  <a:pt x="2991" y="2421"/>
                  <a:pt x="2547" y="2421"/>
                </a:cubicBezTo>
                <a:cubicBezTo>
                  <a:pt x="2104" y="2421"/>
                  <a:pt x="1742" y="2059"/>
                  <a:pt x="1742" y="1616"/>
                </a:cubicBezTo>
                <a:cubicBezTo>
                  <a:pt x="1742" y="1170"/>
                  <a:pt x="2104" y="808"/>
                  <a:pt x="2547" y="808"/>
                </a:cubicBezTo>
                <a:close/>
                <a:moveTo>
                  <a:pt x="11233" y="808"/>
                </a:moveTo>
                <a:cubicBezTo>
                  <a:pt x="11676" y="808"/>
                  <a:pt x="12038" y="1170"/>
                  <a:pt x="12038" y="1616"/>
                </a:cubicBezTo>
                <a:cubicBezTo>
                  <a:pt x="12038" y="2059"/>
                  <a:pt x="11676" y="2421"/>
                  <a:pt x="11233" y="2421"/>
                </a:cubicBezTo>
                <a:cubicBezTo>
                  <a:pt x="10789" y="2421"/>
                  <a:pt x="10425" y="2059"/>
                  <a:pt x="10425" y="1616"/>
                </a:cubicBezTo>
                <a:cubicBezTo>
                  <a:pt x="10425" y="1170"/>
                  <a:pt x="10789" y="808"/>
                  <a:pt x="11233" y="808"/>
                </a:cubicBezTo>
                <a:close/>
                <a:moveTo>
                  <a:pt x="3097" y="3229"/>
                </a:moveTo>
                <a:cubicBezTo>
                  <a:pt x="3762" y="3229"/>
                  <a:pt x="4312" y="3776"/>
                  <a:pt x="4312" y="4444"/>
                </a:cubicBezTo>
                <a:lnTo>
                  <a:pt x="4312" y="4853"/>
                </a:lnTo>
                <a:lnTo>
                  <a:pt x="805" y="4853"/>
                </a:lnTo>
                <a:lnTo>
                  <a:pt x="805" y="4444"/>
                </a:lnTo>
                <a:cubicBezTo>
                  <a:pt x="805" y="3776"/>
                  <a:pt x="1355" y="3229"/>
                  <a:pt x="2023" y="3229"/>
                </a:cubicBezTo>
                <a:close/>
                <a:moveTo>
                  <a:pt x="11782" y="3229"/>
                </a:moveTo>
                <a:cubicBezTo>
                  <a:pt x="12447" y="3229"/>
                  <a:pt x="12997" y="3776"/>
                  <a:pt x="12997" y="4444"/>
                </a:cubicBezTo>
                <a:lnTo>
                  <a:pt x="12997" y="4853"/>
                </a:lnTo>
                <a:lnTo>
                  <a:pt x="9491" y="4853"/>
                </a:lnTo>
                <a:lnTo>
                  <a:pt x="9491" y="4444"/>
                </a:lnTo>
                <a:cubicBezTo>
                  <a:pt x="9491" y="3776"/>
                  <a:pt x="10029" y="3229"/>
                  <a:pt x="10705" y="3229"/>
                </a:cubicBezTo>
                <a:close/>
                <a:moveTo>
                  <a:pt x="6497" y="3229"/>
                </a:moveTo>
                <a:lnTo>
                  <a:pt x="6497" y="5473"/>
                </a:lnTo>
                <a:cubicBezTo>
                  <a:pt x="6006" y="5613"/>
                  <a:pt x="5611" y="5998"/>
                  <a:pt x="5470" y="6500"/>
                </a:cubicBezTo>
                <a:lnTo>
                  <a:pt x="2968" y="6500"/>
                </a:lnTo>
                <a:lnTo>
                  <a:pt x="2968" y="5658"/>
                </a:lnTo>
                <a:lnTo>
                  <a:pt x="4721" y="5658"/>
                </a:lnTo>
                <a:cubicBezTo>
                  <a:pt x="4943" y="5658"/>
                  <a:pt x="5120" y="5484"/>
                  <a:pt x="5120" y="5249"/>
                </a:cubicBezTo>
                <a:lnTo>
                  <a:pt x="5120" y="4444"/>
                </a:lnTo>
                <a:cubicBezTo>
                  <a:pt x="5120" y="3986"/>
                  <a:pt x="4968" y="3565"/>
                  <a:pt x="4710" y="3229"/>
                </a:cubicBezTo>
                <a:close/>
                <a:moveTo>
                  <a:pt x="9081" y="3229"/>
                </a:moveTo>
                <a:cubicBezTo>
                  <a:pt x="8837" y="3565"/>
                  <a:pt x="8685" y="3986"/>
                  <a:pt x="8685" y="4444"/>
                </a:cubicBezTo>
                <a:lnTo>
                  <a:pt x="8685" y="5249"/>
                </a:lnTo>
                <a:cubicBezTo>
                  <a:pt x="8685" y="5484"/>
                  <a:pt x="8859" y="5658"/>
                  <a:pt x="9081" y="5658"/>
                </a:cubicBezTo>
                <a:lnTo>
                  <a:pt x="10834" y="5658"/>
                </a:lnTo>
                <a:lnTo>
                  <a:pt x="10834" y="6500"/>
                </a:lnTo>
                <a:lnTo>
                  <a:pt x="8321" y="6500"/>
                </a:lnTo>
                <a:cubicBezTo>
                  <a:pt x="8180" y="5998"/>
                  <a:pt x="7796" y="5613"/>
                  <a:pt x="7305" y="5473"/>
                </a:cubicBezTo>
                <a:lnTo>
                  <a:pt x="7305" y="3229"/>
                </a:lnTo>
                <a:close/>
                <a:moveTo>
                  <a:pt x="6884" y="6231"/>
                </a:moveTo>
                <a:cubicBezTo>
                  <a:pt x="7257" y="6231"/>
                  <a:pt x="7563" y="6525"/>
                  <a:pt x="7563" y="6898"/>
                </a:cubicBezTo>
                <a:cubicBezTo>
                  <a:pt x="7563" y="7271"/>
                  <a:pt x="7257" y="7577"/>
                  <a:pt x="6884" y="7577"/>
                </a:cubicBezTo>
                <a:cubicBezTo>
                  <a:pt x="6522" y="7577"/>
                  <a:pt x="6217" y="7271"/>
                  <a:pt x="6217" y="6898"/>
                </a:cubicBezTo>
                <a:cubicBezTo>
                  <a:pt x="6217" y="6525"/>
                  <a:pt x="6522" y="6231"/>
                  <a:pt x="6884" y="6231"/>
                </a:cubicBezTo>
                <a:close/>
                <a:moveTo>
                  <a:pt x="2547" y="8943"/>
                </a:moveTo>
                <a:cubicBezTo>
                  <a:pt x="2991" y="8943"/>
                  <a:pt x="3355" y="9316"/>
                  <a:pt x="3355" y="9762"/>
                </a:cubicBezTo>
                <a:cubicBezTo>
                  <a:pt x="3355" y="10206"/>
                  <a:pt x="2991" y="10568"/>
                  <a:pt x="2547" y="10568"/>
                </a:cubicBezTo>
                <a:cubicBezTo>
                  <a:pt x="2104" y="10568"/>
                  <a:pt x="1742" y="10206"/>
                  <a:pt x="1742" y="9762"/>
                </a:cubicBezTo>
                <a:cubicBezTo>
                  <a:pt x="1742" y="9316"/>
                  <a:pt x="2104" y="8943"/>
                  <a:pt x="2547" y="8943"/>
                </a:cubicBezTo>
                <a:close/>
                <a:moveTo>
                  <a:pt x="5470" y="7308"/>
                </a:moveTo>
                <a:cubicBezTo>
                  <a:pt x="5611" y="7799"/>
                  <a:pt x="6006" y="8183"/>
                  <a:pt x="6497" y="8323"/>
                </a:cubicBezTo>
                <a:lnTo>
                  <a:pt x="6497" y="10568"/>
                </a:lnTo>
                <a:lnTo>
                  <a:pt x="3961" y="10568"/>
                </a:lnTo>
                <a:cubicBezTo>
                  <a:pt x="4101" y="10323"/>
                  <a:pt x="4172" y="10054"/>
                  <a:pt x="4172" y="9762"/>
                </a:cubicBezTo>
                <a:cubicBezTo>
                  <a:pt x="4172" y="9002"/>
                  <a:pt x="3658" y="8371"/>
                  <a:pt x="2968" y="8194"/>
                </a:cubicBezTo>
                <a:lnTo>
                  <a:pt x="2968" y="7308"/>
                </a:lnTo>
                <a:close/>
                <a:moveTo>
                  <a:pt x="10834" y="7308"/>
                </a:moveTo>
                <a:lnTo>
                  <a:pt x="10834" y="8194"/>
                </a:lnTo>
                <a:cubicBezTo>
                  <a:pt x="10133" y="8371"/>
                  <a:pt x="9620" y="9002"/>
                  <a:pt x="9620" y="9762"/>
                </a:cubicBezTo>
                <a:cubicBezTo>
                  <a:pt x="9620" y="10054"/>
                  <a:pt x="9701" y="10323"/>
                  <a:pt x="9841" y="10568"/>
                </a:cubicBezTo>
                <a:lnTo>
                  <a:pt x="7305" y="10568"/>
                </a:lnTo>
                <a:lnTo>
                  <a:pt x="7305" y="8323"/>
                </a:lnTo>
                <a:cubicBezTo>
                  <a:pt x="7796" y="8183"/>
                  <a:pt x="8180" y="7799"/>
                  <a:pt x="8321" y="7308"/>
                </a:cubicBezTo>
                <a:close/>
                <a:moveTo>
                  <a:pt x="11233" y="8943"/>
                </a:moveTo>
                <a:cubicBezTo>
                  <a:pt x="11676" y="8943"/>
                  <a:pt x="12038" y="9316"/>
                  <a:pt x="12038" y="9762"/>
                </a:cubicBezTo>
                <a:cubicBezTo>
                  <a:pt x="12038" y="10206"/>
                  <a:pt x="11676" y="10568"/>
                  <a:pt x="11233" y="10568"/>
                </a:cubicBezTo>
                <a:cubicBezTo>
                  <a:pt x="10789" y="10568"/>
                  <a:pt x="10425" y="10206"/>
                  <a:pt x="10425" y="9762"/>
                </a:cubicBezTo>
                <a:cubicBezTo>
                  <a:pt x="10425" y="9316"/>
                  <a:pt x="10789" y="8943"/>
                  <a:pt x="11233" y="8943"/>
                </a:cubicBezTo>
                <a:close/>
                <a:moveTo>
                  <a:pt x="3097" y="11375"/>
                </a:moveTo>
                <a:cubicBezTo>
                  <a:pt x="3762" y="11375"/>
                  <a:pt x="4312" y="11925"/>
                  <a:pt x="4312" y="12590"/>
                </a:cubicBezTo>
                <a:lnTo>
                  <a:pt x="4312" y="12989"/>
                </a:lnTo>
                <a:lnTo>
                  <a:pt x="805" y="12989"/>
                </a:lnTo>
                <a:lnTo>
                  <a:pt x="805" y="12590"/>
                </a:lnTo>
                <a:cubicBezTo>
                  <a:pt x="805" y="11925"/>
                  <a:pt x="1355" y="11375"/>
                  <a:pt x="2023" y="11375"/>
                </a:cubicBezTo>
                <a:close/>
                <a:moveTo>
                  <a:pt x="11782" y="11375"/>
                </a:moveTo>
                <a:cubicBezTo>
                  <a:pt x="12447" y="11375"/>
                  <a:pt x="12997" y="11925"/>
                  <a:pt x="12997" y="12590"/>
                </a:cubicBezTo>
                <a:lnTo>
                  <a:pt x="12997" y="12989"/>
                </a:lnTo>
                <a:lnTo>
                  <a:pt x="9491" y="12989"/>
                </a:lnTo>
                <a:lnTo>
                  <a:pt x="9491" y="12590"/>
                </a:lnTo>
                <a:cubicBezTo>
                  <a:pt x="9491" y="11925"/>
                  <a:pt x="10029" y="11375"/>
                  <a:pt x="10705" y="11375"/>
                </a:cubicBezTo>
                <a:close/>
                <a:moveTo>
                  <a:pt x="2545" y="1"/>
                </a:moveTo>
                <a:cubicBezTo>
                  <a:pt x="1660" y="1"/>
                  <a:pt x="945" y="732"/>
                  <a:pt x="945" y="1616"/>
                </a:cubicBezTo>
                <a:cubicBezTo>
                  <a:pt x="945" y="1978"/>
                  <a:pt x="1063" y="2303"/>
                  <a:pt x="1263" y="2572"/>
                </a:cubicBezTo>
                <a:cubicBezTo>
                  <a:pt x="513" y="2878"/>
                  <a:pt x="0" y="3602"/>
                  <a:pt x="0" y="4444"/>
                </a:cubicBezTo>
                <a:lnTo>
                  <a:pt x="0" y="5249"/>
                </a:lnTo>
                <a:cubicBezTo>
                  <a:pt x="0" y="5484"/>
                  <a:pt x="174" y="5658"/>
                  <a:pt x="396" y="5658"/>
                </a:cubicBezTo>
                <a:lnTo>
                  <a:pt x="2149" y="5658"/>
                </a:lnTo>
                <a:lnTo>
                  <a:pt x="2149" y="8194"/>
                </a:lnTo>
                <a:cubicBezTo>
                  <a:pt x="1462" y="8371"/>
                  <a:pt x="945" y="9002"/>
                  <a:pt x="945" y="9762"/>
                </a:cubicBezTo>
                <a:cubicBezTo>
                  <a:pt x="945" y="10113"/>
                  <a:pt x="1063" y="10453"/>
                  <a:pt x="1263" y="10719"/>
                </a:cubicBezTo>
                <a:cubicBezTo>
                  <a:pt x="513" y="11025"/>
                  <a:pt x="0" y="11749"/>
                  <a:pt x="0" y="12590"/>
                </a:cubicBezTo>
                <a:lnTo>
                  <a:pt x="0" y="13398"/>
                </a:lnTo>
                <a:cubicBezTo>
                  <a:pt x="0" y="13620"/>
                  <a:pt x="174" y="13805"/>
                  <a:pt x="396" y="13805"/>
                </a:cubicBezTo>
                <a:lnTo>
                  <a:pt x="4721" y="13805"/>
                </a:lnTo>
                <a:cubicBezTo>
                  <a:pt x="4943" y="13805"/>
                  <a:pt x="5120" y="13620"/>
                  <a:pt x="5120" y="13398"/>
                </a:cubicBezTo>
                <a:lnTo>
                  <a:pt x="5120" y="12590"/>
                </a:lnTo>
                <a:cubicBezTo>
                  <a:pt x="5120" y="12136"/>
                  <a:pt x="4968" y="11715"/>
                  <a:pt x="4710" y="11375"/>
                </a:cubicBezTo>
                <a:lnTo>
                  <a:pt x="9081" y="11375"/>
                </a:lnTo>
                <a:cubicBezTo>
                  <a:pt x="8837" y="11715"/>
                  <a:pt x="8685" y="12136"/>
                  <a:pt x="8685" y="12590"/>
                </a:cubicBezTo>
                <a:lnTo>
                  <a:pt x="8685" y="13398"/>
                </a:lnTo>
                <a:cubicBezTo>
                  <a:pt x="8685" y="13620"/>
                  <a:pt x="8859" y="13805"/>
                  <a:pt x="9081" y="13805"/>
                </a:cubicBezTo>
                <a:lnTo>
                  <a:pt x="13396" y="13805"/>
                </a:lnTo>
                <a:cubicBezTo>
                  <a:pt x="13617" y="13805"/>
                  <a:pt x="13805" y="13620"/>
                  <a:pt x="13805" y="13398"/>
                </a:cubicBezTo>
                <a:lnTo>
                  <a:pt x="13805" y="12590"/>
                </a:lnTo>
                <a:cubicBezTo>
                  <a:pt x="13805" y="11749"/>
                  <a:pt x="13278" y="11025"/>
                  <a:pt x="12543" y="10719"/>
                </a:cubicBezTo>
                <a:cubicBezTo>
                  <a:pt x="12739" y="10453"/>
                  <a:pt x="12857" y="10113"/>
                  <a:pt x="12857" y="9762"/>
                </a:cubicBezTo>
                <a:cubicBezTo>
                  <a:pt x="12857" y="9002"/>
                  <a:pt x="12344" y="8371"/>
                  <a:pt x="11642" y="8194"/>
                </a:cubicBezTo>
                <a:lnTo>
                  <a:pt x="11642" y="5658"/>
                </a:lnTo>
                <a:lnTo>
                  <a:pt x="13396" y="5658"/>
                </a:lnTo>
                <a:cubicBezTo>
                  <a:pt x="13617" y="5658"/>
                  <a:pt x="13805" y="5484"/>
                  <a:pt x="13805" y="5249"/>
                </a:cubicBezTo>
                <a:lnTo>
                  <a:pt x="13805" y="4444"/>
                </a:lnTo>
                <a:cubicBezTo>
                  <a:pt x="13805" y="3602"/>
                  <a:pt x="13278" y="2878"/>
                  <a:pt x="12543" y="2572"/>
                </a:cubicBezTo>
                <a:cubicBezTo>
                  <a:pt x="12753" y="2281"/>
                  <a:pt x="12879" y="1919"/>
                  <a:pt x="12857" y="1532"/>
                </a:cubicBezTo>
                <a:cubicBezTo>
                  <a:pt x="12809" y="679"/>
                  <a:pt x="12108" y="14"/>
                  <a:pt x="11266" y="3"/>
                </a:cubicBezTo>
                <a:cubicBezTo>
                  <a:pt x="11258" y="3"/>
                  <a:pt x="11249" y="3"/>
                  <a:pt x="11240" y="3"/>
                </a:cubicBezTo>
                <a:cubicBezTo>
                  <a:pt x="10341" y="3"/>
                  <a:pt x="9620" y="724"/>
                  <a:pt x="9620" y="1616"/>
                </a:cubicBezTo>
                <a:cubicBezTo>
                  <a:pt x="9620" y="1908"/>
                  <a:pt x="9701" y="2188"/>
                  <a:pt x="9841" y="2421"/>
                </a:cubicBezTo>
                <a:lnTo>
                  <a:pt x="3961" y="2421"/>
                </a:lnTo>
                <a:cubicBezTo>
                  <a:pt x="4113" y="2163"/>
                  <a:pt x="4183" y="1860"/>
                  <a:pt x="4172" y="1546"/>
                </a:cubicBezTo>
                <a:cubicBezTo>
                  <a:pt x="4138" y="715"/>
                  <a:pt x="3459" y="36"/>
                  <a:pt x="2629" y="3"/>
                </a:cubicBezTo>
                <a:cubicBezTo>
                  <a:pt x="2601" y="1"/>
                  <a:pt x="2573" y="1"/>
                  <a:pt x="2545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5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ВВЕДЕНИЕ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2026-07-08T12:42:42.350</cp:lastPrinted>
  <dcterms:created xsi:type="dcterms:W3CDTF">2026-07-08T19:42:42Z</dcterms:created>
  <dcterms:modified xsi:type="dcterms:W3CDTF">2026-07-08T19:42:43Z</dcterms:modified>
</cp:coreProperties>
</file>