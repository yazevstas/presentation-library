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56"/>
        <p:cNvGrpSpPr/>
        <p:nvPr/>
      </p:nvGrpSpPr>
      <p:grpSpPr>
        <a:xfrm>
          <a:off x="0" y="0"/>
          <a: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03482D-702D-48DA-986A-E101B90E321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387875E-301A-421F-AAF8-59D3D47E7A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7DA3EE4-4C21-4006-A856-AA77DA46ECE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2730DA2-37F9-4DD1-A1C1-67B3AAA8917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C60ED97-E6E1-4AD2-AFF6-1AAA0AA552F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911F494-65CB-43D4-B400-4DD5585343E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CFB43F6-121C-499C-8F49-7ABD822A52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4C3BCE5-53CB-4BF3-A071-2AF9A301166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34BD471-22DA-4E83-B050-04D0F69AD3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81EAEB2-2DD5-48D3-B6E9-9C68DA3531A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23E786C-813F-4408-8CE1-DC08DFECCD2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59"/>
        <p:cNvGrpSpPr/>
        <p:nvPr/>
      </p:nvGrpSpPr>
      <p:grpSpPr>
        <a:xfrm>
          <a:off x="0" y="0"/>
          <a:ext cx="0" cy="0"/>
        </a:xfrm>
      </p:grpSpPr>
      <p:sp>
        <p:nvSpPr>
          <p:cNvPr id="760" name="Google Shape;760;p33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НАША ИДЕЯ</a:t>
            </a:r>
          </a:p>
        </p:txBody>
      </p:sp>
      <p:sp>
        <p:nvSpPr>
          <p:cNvPr id="761" name="Google Shape;761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ВВЕДЕНИЕ</a:t>
            </a:r>
          </a:p>
        </p:txBody>
      </p:sp>
      <p:sp>
        <p:nvSpPr>
          <p:cNvPr id="762" name="Google Shape;762;p33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Раздел “наша идея” должен включать в себя описание вашего продукта/услуги, как они работают и в чем заключается потребительская ценность. Вы также должны рассказать о рыночных возможностях вашего продукта/услуги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763" name="Google Shape;763;p33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Презентация вашей компании в pitch deck должна включать краткий обзор того, кто вы и чем занимаетесь. Она также должна включать краткое описание того, почему ваш продукт или услуга уникальны и какую ценность они представляют для клиентов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64" name="Google Shape;764;p33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НАША КОМПАНИЯ</a:t>
            </a:r>
          </a:p>
        </p:txBody>
      </p:sp>
      <p:sp>
        <p:nvSpPr>
          <p:cNvPr id="765" name="Google Shape;765;p33"/>
          <p:cNvSpPr/>
          <p:nvPr/>
        </p:nvSpPr>
        <p:spPr>
          <a:xfrm>
            <a:off x="4802944" y="1737588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766" name="Google Shape;766;p33"/>
          <p:cNvSpPr/>
          <p:nvPr/>
        </p:nvSpPr>
        <p:spPr>
          <a:xfrm>
            <a:off x="1747457" y="1737475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5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ВВЕДЕНИЕ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2026-07-13T08:41:39.742</cp:lastPrinted>
  <dcterms:created xsi:type="dcterms:W3CDTF">2026-07-13T15:41:39Z</dcterms:created>
  <dcterms:modified xsi:type="dcterms:W3CDTF">2026-07-13T15:41:40Z</dcterms:modified>
</cp:coreProperties>
</file>