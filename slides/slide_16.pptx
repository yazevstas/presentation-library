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7"/>
        <p:cNvGrpSpPr/>
        <p:nvPr/>
      </p:nvGrpSpPr>
      <p:grpSpPr>
        <a:xfrm>
          <a:off x="0" y="0"/>
          <a:ext cx="0" cy="0"/>
        </a:xfrm>
      </p:grpSpPr>
      <p:sp>
        <p:nvSpPr>
          <p:cNvPr id="1188" name="Google Shape;1188;g16bb02b26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9" name="Google Shape;1189;g16bb02b26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C038229-E2E1-449C-9248-B312181EA5C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4C337E5-957A-4A50-9D5D-58DD25910E9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19147EC-8730-45FA-92B2-BF8421B80F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1C3AFB1-F98B-49A8-B2A5-34B4723E54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9A3875D-DFDD-4E04-8E88-666DD7E8858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A25CAC3-D1BC-4477-BC3E-E70FAC515EB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9B60631-DCDE-4F90-BC17-4EE4AE131F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D0523E0-F407-4548-B3DC-AFB9CFFC830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A355B5C-73CD-4425-A55C-AEF4FF03B87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A8ACED7-0AFB-4CD1-8DA1-AD63155AD2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C2113B0-DC1F-42F6-843B-CC33D2ED4F4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90"/>
        <p:cNvGrpSpPr/>
        <p:nvPr/>
      </p:nvGrpSpPr>
      <p:grpSpPr>
        <a:xfrm>
          <a:off x="0" y="0"/>
          <a:ext cx="0" cy="0"/>
        </a:xfrm>
      </p:grpSpPr>
      <p:sp>
        <p:nvSpPr>
          <p:cNvPr id="1191" name="Google Shape;1191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FFFFFF"/>
                </a:solidFill>
              </a:rPr>
              <a:t>(KPI-дашборд)</a:t>
            </a:r>
            <a:br>
              <a:rPr lang="en">
                <a:solidFill>
                  <a:srgbClr val="FFFFFF"/>
                </a:solidFill>
              </a:rPr>
            </a:br>
            <a:endParaRPr lang="en"/>
          </a:p>
        </p:txBody>
      </p:sp>
      <p:graphicFrame>
        <p:nvGraphicFramePr>
          <p:cNvPr id="1192" name="Google Shape;1192;p46"/>
          <p:cNvGraphicFramePr>
            <a:graphicFrameLocks noGrp="1"/>
          </p:cNvGraphicFramePr>
          <p:nvPr>
            <p:extLst>
              <p:ext uri="{D42A27DB-BD31-4B8C-83A1-F6EECF244321}">
                <p14:modId val="44474119"/>
              </p:ext>
            </p:extLst>
          </p:nvPr>
        </p:nvGraphicFramePr>
        <p:xfrm>
          <a:off x="720000" y="1186325"/>
          <a:ext cx="3435291" cy="352365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4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8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3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725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Raleway ExtraBold"/>
                          <a:ea typeface="Raleway ExtraBold"/>
                          <a:cs typeface="Raleway ExtraBold"/>
                        </a:rPr>
                        <a:t>ТОВАР</a:t>
                      </a:r>
                      <a:endParaRPr lang="en" sz="1000">
                        <a:solidFill>
                          <a:schemeClr val="dk1"/>
                        </a:solidFill>
                        <a:latin typeface="Raleway ExtraBold"/>
                        <a:ea typeface="Raleway ExtraBold"/>
                        <a:cs typeface="Raleway ExtraBold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Raleway ExtraBold"/>
                          <a:ea typeface="Raleway ExtraBold"/>
                          <a:cs typeface="Raleway ExtraBold"/>
                        </a:rPr>
                        <a:t>КОЛИЧЕСТВО</a:t>
                      </a:r>
                      <a:endParaRPr lang="en" sz="1000">
                        <a:solidFill>
                          <a:schemeClr val="dk1"/>
                        </a:solidFill>
                        <a:latin typeface="Raleway ExtraBold"/>
                        <a:ea typeface="Raleway ExtraBold"/>
                        <a:cs typeface="Raleway ExtraBold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Raleway ExtraBold"/>
                          <a:ea typeface="Raleway ExtraBold"/>
                          <a:cs typeface="Raleway ExtraBold"/>
                        </a:rPr>
                        <a:t>ВЫРУЧКА</a:t>
                      </a:r>
                      <a:endParaRPr lang="en" sz="1000">
                        <a:solidFill>
                          <a:schemeClr val="dk1"/>
                        </a:solidFill>
                        <a:latin typeface="Raleway ExtraBold"/>
                        <a:ea typeface="Raleway ExtraBold"/>
                        <a:cs typeface="Raleway ExtraBold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Raleway ExtraBold"/>
                          <a:ea typeface="Raleway ExtraBold"/>
                          <a:cs typeface="Raleway ExtraBold"/>
                        </a:rPr>
                        <a:t>ВОЗВРАТЫ</a:t>
                      </a:r>
                      <a:endParaRPr lang="en" sz="1000">
                        <a:solidFill>
                          <a:schemeClr val="dk1"/>
                        </a:solidFill>
                        <a:latin typeface="Raleway ExtraBold"/>
                        <a:ea typeface="Raleway ExtraBold"/>
                        <a:cs typeface="Raleway ExtraBold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Товар </a:t>
                      </a:r>
                      <a:r>
                        <a:rPr lang="en" sz="10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1</a:t>
                      </a:r>
                      <a:endParaRPr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500</a:t>
                      </a:r>
                      <a:endParaRPr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2,000,000</a:t>
                      </a:r>
                      <a:endParaRPr lang="ru-RU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40</a:t>
                      </a:r>
                      <a:endParaRPr lang="ru-RU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93" name="Google Shape;1193;p46"/>
          <p:cNvSpPr txBox="1"/>
          <p:nvPr/>
        </p:nvSpPr>
        <p:spPr>
          <a:xfrm>
            <a:off x="4231500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rPr>
              <a:t>$4,000,000</a:t>
            </a:r>
            <a:endParaRPr sz="1700">
              <a:solidFill>
                <a:schemeClr val="lt1"/>
              </a:solidFill>
              <a:latin typeface="Raleway ExtraBold"/>
              <a:ea typeface="Raleway ExtraBold"/>
              <a:cs typeface="Raleway ExtraBold"/>
              <a:sym typeface="Raleway ExtraBold"/>
            </a:endParaRPr>
          </a:p>
        </p:txBody>
      </p:sp>
      <p:sp>
        <p:nvSpPr>
          <p:cNvPr id="1194" name="Google Shape;1194;p46"/>
          <p:cNvSpPr txBox="1"/>
          <p:nvPr/>
        </p:nvSpPr>
        <p:spPr>
          <a:xfrm>
            <a:off x="5654398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rPr>
              <a:t>$100,000</a:t>
            </a:r>
            <a:endParaRPr sz="1700">
              <a:solidFill>
                <a:schemeClr val="lt1"/>
              </a:solidFill>
              <a:latin typeface="Raleway ExtraBold"/>
              <a:ea typeface="Raleway ExtraBold"/>
              <a:cs typeface="Raleway ExtraBold"/>
              <a:sym typeface="Raleway ExtraBold"/>
            </a:endParaRPr>
          </a:p>
        </p:txBody>
      </p:sp>
      <p:sp>
        <p:nvSpPr>
          <p:cNvPr id="1195" name="Google Shape;1195;p46"/>
          <p:cNvSpPr txBox="1"/>
          <p:nvPr/>
        </p:nvSpPr>
        <p:spPr>
          <a:xfrm>
            <a:off x="7077296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rPr>
              <a:t>$5,000</a:t>
            </a:r>
            <a:endParaRPr sz="1700">
              <a:solidFill>
                <a:schemeClr val="lt1"/>
              </a:solidFill>
              <a:latin typeface="Raleway ExtraBold"/>
              <a:ea typeface="Raleway ExtraBold"/>
              <a:cs typeface="Raleway ExtraBold"/>
              <a:sym typeface="Raleway ExtraBold"/>
            </a:endParaRPr>
          </a:p>
        </p:txBody>
      </p:sp>
      <p:sp>
        <p:nvSpPr>
          <p:cNvPr id="1196" name="Google Shape;1196;p46"/>
          <p:cNvSpPr txBox="1"/>
          <p:nvPr/>
        </p:nvSpPr>
        <p:spPr>
          <a:xfrm>
            <a:off x="4231500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Выручка</a:t>
            </a:r>
            <a:endParaRPr lang="en" sz="1200" err="1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sp>
        <p:nvSpPr>
          <p:cNvPr id="1197" name="Google Shape;1197;p46"/>
          <p:cNvSpPr txBox="1"/>
          <p:nvPr/>
        </p:nvSpPr>
        <p:spPr>
          <a:xfrm>
            <a:off x="5654398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Общие затраты</a:t>
            </a:r>
          </a:p>
        </p:txBody>
      </p:sp>
      <p:sp>
        <p:nvSpPr>
          <p:cNvPr id="1198" name="Google Shape;1198;p46"/>
          <p:cNvSpPr txBox="1"/>
          <p:nvPr/>
        </p:nvSpPr>
        <p:spPr>
          <a:xfrm>
            <a:off x="7077296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Прибыль</a:t>
            </a:r>
          </a:p>
        </p:txBody>
      </p:sp>
      <p:sp>
        <p:nvSpPr>
          <p:cNvPr id="1199" name="Google Shape;1199;p46"/>
          <p:cNvSpPr txBox="1"/>
          <p:nvPr/>
        </p:nvSpPr>
        <p:spPr>
          <a:xfrm>
            <a:off x="4479750" y="4204400"/>
            <a:ext cx="369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  <a:t> 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sym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1200" name="Google Shape;1200;p46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5102" y="2012225"/>
            <a:ext cx="3545295" cy="219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(KPI-дашборд)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2026-07-08T12:43:19.170</cp:lastPrinted>
  <dcterms:created xsi:type="dcterms:W3CDTF">2026-07-08T19:43:19Z</dcterms:created>
  <dcterms:modified xsi:type="dcterms:W3CDTF">2026-07-08T19:43:20Z</dcterms:modified>
</cp:coreProperties>
</file>