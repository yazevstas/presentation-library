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DAF19E55-1936-451E-A299-2CC021112D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87"/>
        <p:cNvGrpSpPr/>
        <p:nvPr/>
      </p:nvGrpSpPr>
      <p:grpSpPr>
        <a:xfrm>
          <a:off x="0" y="0"/>
          <a:ext cx="0" cy="0"/>
        </a:xfrm>
      </p:grpSpPr>
      <p:sp>
        <p:nvSpPr>
          <p:cNvPr id="1188" name="Google Shape;1188;g16bb02b265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9" name="Google Shape;1189;g16bb02b265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12FBD14-AB64-4282-AD6E-28DE8D79ADD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E66EC48-A0F4-4062-9F03-96CFB1519DB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15E2C67-0943-49B3-AE80-3DD19604B89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CDCADC3-75C0-4C30-AC1F-6F6E1B598AD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408A87FC-7041-4E07-B16D-C541D69857F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58ED2A7-D223-499C-BF5C-03C7A829034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035F619-AE9A-4DD2-8D67-1398E725889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74CF61D-D227-419C-BF6C-6FD8CADA2EB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401D4E0-73B6-4366-A58D-9C9EAC0F73A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256DB91-DF68-4532-9013-A77518EAE67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2C5EA98-EA89-4B64-B154-38B1723F12C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 /><Relationship Id="rId4" Type="http://schemas.openxmlformats.org/officeDocument/2006/relationships/image" Target="../media/image1.png" /><Relationship Id="rId5" Type="http://schemas.openxmlformats.org/officeDocument/2006/relationships/hyperlink" Target="https://docs.google.com/spreadsheets/d/1kzDdCUJhF5jRAMppPV42AWyWWGjeS6UnPmm8dyOKRBM/copy" TargetMode="Externa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90"/>
        <p:cNvGrpSpPr/>
        <p:nvPr/>
      </p:nvGrpSpPr>
      <p:grpSpPr>
        <a:xfrm>
          <a:off x="0" y="0"/>
          <a:ext cx="0" cy="0"/>
        </a:xfrm>
      </p:grpSpPr>
      <p:sp>
        <p:nvSpPr>
          <p:cNvPr id="1191" name="Google Shape;1191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solidFill>
                  <a:srgbClr val="FFFFFF"/>
                </a:solidFill>
                <a:latin typeface="Arial"/>
                <a:cs typeface="Arial"/>
              </a:rPr>
              <a:t>(KPI-дашборд)</a:t>
            </a:r>
            <a:br>
              <a:rPr lang="en"/>
            </a:br>
            <a:endParaRPr lang="en"/>
          </a:p>
        </p:txBody>
      </p:sp>
      <p:graphicFrame>
        <p:nvGraphicFramePr>
          <p:cNvPr id="1192" name="Google Shape;1192;p46"/>
          <p:cNvGraphicFramePr>
            <a:graphicFrameLocks noGrp="1"/>
          </p:cNvGraphicFramePr>
          <p:nvPr>
            <p:extLst>
              <p:ext uri="{D42A27DB-BD31-4B8C-83A1-F6EECF244321}">
                <p14:modId val="713502664"/>
              </p:ext>
            </p:extLst>
          </p:nvPr>
        </p:nvGraphicFramePr>
        <p:xfrm>
          <a:off x="720000" y="1186325"/>
          <a:ext cx="3435263" cy="3417725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39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3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725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ТОВАР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КОЛИЧЕСТВО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ВЫРУЧКА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ВОЗВРАТ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Товар </a:t>
                      </a: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1</a:t>
                      </a:r>
                      <a:endParaRPr sz="10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500</a:t>
                      </a:r>
                      <a:endParaRPr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2,000,000</a:t>
                      </a:r>
                      <a:endParaRPr lang="ru-RU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40</a:t>
                      </a:r>
                      <a:endParaRPr lang="ru-RU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93" name="Google Shape;1193;p46"/>
          <p:cNvSpPr txBox="1"/>
          <p:nvPr/>
        </p:nvSpPr>
        <p:spPr>
          <a:xfrm>
            <a:off x="4231500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 b="1">
                <a:solidFill>
                  <a:schemeClr val="lt1"/>
                </a:solidFill>
                <a:ea typeface="Raleway ExtraBold"/>
                <a:sym typeface="Raleway ExtraBold"/>
              </a:rPr>
              <a:t>$4,000,000</a:t>
            </a:r>
            <a:endParaRPr lang="ru-RU" sz="1700">
              <a:solidFill>
                <a:schemeClr val="lt1"/>
              </a:solidFill>
              <a:ea typeface="Raleway ExtraBold"/>
            </a:endParaRPr>
          </a:p>
        </p:txBody>
      </p:sp>
      <p:sp>
        <p:nvSpPr>
          <p:cNvPr id="1194" name="Google Shape;1194;p46"/>
          <p:cNvSpPr txBox="1"/>
          <p:nvPr/>
        </p:nvSpPr>
        <p:spPr>
          <a:xfrm>
            <a:off x="5654398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 b="1">
                <a:solidFill>
                  <a:schemeClr val="lt1"/>
                </a:solidFill>
                <a:ea typeface="Raleway ExtraBold"/>
                <a:sym typeface="Raleway ExtraBold"/>
              </a:rPr>
              <a:t>$100,000</a:t>
            </a:r>
            <a:endParaRPr lang="ru-RU" sz="1700" b="1">
              <a:solidFill>
                <a:schemeClr val="lt1"/>
              </a:solidFill>
              <a:ea typeface="Raleway ExtraBold"/>
            </a:endParaRPr>
          </a:p>
        </p:txBody>
      </p:sp>
      <p:sp>
        <p:nvSpPr>
          <p:cNvPr id="1195" name="Google Shape;1195;p46"/>
          <p:cNvSpPr txBox="1"/>
          <p:nvPr/>
        </p:nvSpPr>
        <p:spPr>
          <a:xfrm>
            <a:off x="7077296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 b="1">
                <a:solidFill>
                  <a:schemeClr val="lt1"/>
                </a:solidFill>
                <a:ea typeface="Raleway ExtraBold"/>
                <a:sym typeface="Raleway ExtraBold"/>
              </a:rPr>
              <a:t>$5,000</a:t>
            </a:r>
            <a:endParaRPr lang="ru-RU" sz="1700" b="1">
              <a:solidFill>
                <a:schemeClr val="lt1"/>
              </a:solidFill>
              <a:ea typeface="Raleway ExtraBold"/>
            </a:endParaRPr>
          </a:p>
        </p:txBody>
      </p:sp>
      <p:sp>
        <p:nvSpPr>
          <p:cNvPr id="1196" name="Google Shape;1196;p46"/>
          <p:cNvSpPr txBox="1"/>
          <p:nvPr/>
        </p:nvSpPr>
        <p:spPr>
          <a:xfrm>
            <a:off x="4231500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200" err="1">
                <a:solidFill>
                  <a:schemeClr val="dk1"/>
                </a:solidFill>
                <a:ea typeface="Hanken Grotesk"/>
                <a:sym typeface="Hanken Grotesk"/>
              </a:rPr>
              <a:t>Выручка</a:t>
            </a:r>
            <a:endParaRPr lang="en" sz="1200" err="1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97" name="Google Shape;1197;p46"/>
          <p:cNvSpPr txBox="1"/>
          <p:nvPr/>
        </p:nvSpPr>
        <p:spPr>
          <a:xfrm>
            <a:off x="5654398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 err="1">
                <a:solidFill>
                  <a:schemeClr val="dk1"/>
                </a:solidFill>
                <a:ea typeface="Hanken Grotesk"/>
              </a:rPr>
              <a:t>Общие затраты</a:t>
            </a:r>
            <a:endParaRPr lang="en" sz="12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98" name="Google Shape;1198;p46"/>
          <p:cNvSpPr txBox="1"/>
          <p:nvPr/>
        </p:nvSpPr>
        <p:spPr>
          <a:xfrm>
            <a:off x="7077296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200" err="1">
                <a:solidFill>
                  <a:schemeClr val="dk1"/>
                </a:solidFill>
                <a:ea typeface="Hanken Grotesk"/>
              </a:rPr>
              <a:t>Прибыль</a:t>
            </a:r>
            <a:endParaRPr lang="en" sz="12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99" name="Google Shape;1199;p46"/>
          <p:cNvSpPr txBox="1"/>
          <p:nvPr/>
        </p:nvSpPr>
        <p:spPr>
          <a:xfrm>
            <a:off x="4479750" y="4204400"/>
            <a:ext cx="3696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>
                <a:solidFill>
                  <a:schemeClr val="dk1"/>
                </a:solidFill>
                <a:ea typeface="Hanken Grotesk"/>
                <a:sym typeface="Hanken Grotesk"/>
              </a:rPr>
              <a:t>Перейдите по ссылке на графике, чтобы изменить его данные, а затем вставьте новые сюда.</a:t>
            </a:r>
            <a:r>
              <a:rPr lang="en" sz="1000">
                <a:solidFill>
                  <a:schemeClr val="dk1"/>
                </a:solidFill>
                <a:latin typeface="Hanken Grotesk"/>
                <a:ea typeface="Hanken Grotesk"/>
                <a:sym typeface="Hanken Grotesk"/>
              </a:rPr>
              <a:t> </a:t>
            </a:r>
            <a:r>
              <a:rPr lang="en" sz="1000">
                <a:solidFill>
                  <a:schemeClr val="dk1"/>
                </a:solidFill>
                <a:latin typeface="Hanken Grotesk"/>
                <a:ea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Для доп. информации нажми здесь</a:t>
            </a:r>
            <a:endParaRPr lang="en" sz="1000">
              <a:solidFill>
                <a:schemeClr val="dk1"/>
              </a:solidFill>
              <a:latin typeface="Hanken Grotesk"/>
              <a:ea typeface="Hanken Grotesk"/>
              <a:sym typeface="Hanken Grotesk"/>
            </a:endParaRPr>
          </a:p>
          <a:p>
            <a:pPr algn="ctr"/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</p:txBody>
      </p:sp>
      <p:pic>
        <p:nvPicPr>
          <p:cNvPr id="1200" name="Google Shape;1200;p46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55102" y="2012225"/>
            <a:ext cx="3545295" cy="2192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8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(KPI-дашборд)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2026-07-14T10:08:32.753</cp:lastPrinted>
  <dcterms:created xsi:type="dcterms:W3CDTF">2026-07-14T17:08:32Z</dcterms:created>
  <dcterms:modified xsi:type="dcterms:W3CDTF">2026-07-14T17:08:33Z</dcterms:modified>
</cp:coreProperties>
</file>