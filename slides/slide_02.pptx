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704"/>
        <p:cNvGrpSpPr/>
        <p:nvPr/>
      </p:nvGrpSpPr>
      <p:grpSpPr>
        <a:xfrm>
          <a:off x="0" y="0"/>
          <a:ext cx="0" cy="0"/>
        </a:xfrm>
      </p:grpSpPr>
      <p:sp>
        <p:nvSpPr>
          <p:cNvPr id="705" name="Google Shape;705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6" name="Google Shape;706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5156A0B-CD3A-4364-A8B3-0FA8763E9F5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BC03447-0147-4554-BDA5-EBA66A28CBC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FB25AAC0-6277-4C3F-990A-D84FF88E083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48539E1F-7DF2-4CFE-A92B-17346C5F633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B37637AC-092B-4076-879B-C16016B4BD6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D3969F0C-7892-4854-A96C-FF6A24201D2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23BFC801-9A64-4DE7-90AD-F41EF5929C2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F2911FF2-A421-4E3F-8E28-218211B155B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45094195-0020-42A9-BC5E-323ACF929DA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F2553CF-E7EB-430D-B1A0-85F19504BBD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F393D5A-D904-463D-9CC3-A77439BE8FC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3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707"/>
        <p:cNvGrpSpPr/>
        <p:nvPr/>
      </p:nvGrpSpPr>
      <p:grpSpPr>
        <a:xfrm>
          <a:off x="0" y="0"/>
          <a:ext cx="0" cy="0"/>
        </a:xfrm>
      </p:grpSpPr>
      <p:sp>
        <p:nvSpPr>
          <p:cNvPr id="708" name="Google Shape;708;p30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/>
            <a:r>
              <a:rPr lang="en" b="1">
                <a:latin typeface="Arial"/>
                <a:cs typeface="Arial"/>
              </a:rPr>
              <a:t>ПРОБЛЕМА И РЕШЕНИЕ</a:t>
            </a:r>
            <a:endParaRPr lang="ru-RU" b="1">
              <a:latin typeface="Arial"/>
              <a:cs typeface="Arial"/>
            </a:endParaRPr>
          </a:p>
        </p:txBody>
      </p:sp>
      <p:sp>
        <p:nvSpPr>
          <p:cNvPr id="709" name="Google Shape;709;p3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b="1">
                <a:latin typeface="Arial"/>
                <a:cs typeface="Arial"/>
              </a:rPr>
              <a:t>ОГЛАВЛЕНИЕ</a:t>
            </a:r>
          </a:p>
        </p:txBody>
      </p:sp>
      <p:sp>
        <p:nvSpPr>
          <p:cNvPr id="710" name="Google Shape;710;p30"/>
          <p:cNvSpPr txBox="1">
            <a:spLocks noGrp="1"/>
          </p:cNvSpPr>
          <p:nvPr>
            <p:ph type="title" idx="2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01</a:t>
            </a:r>
            <a:endParaRPr b="1">
              <a:latin typeface="Arial"/>
              <a:cs typeface="Arial"/>
            </a:endParaRPr>
          </a:p>
        </p:txBody>
      </p:sp>
      <p:sp>
        <p:nvSpPr>
          <p:cNvPr id="711" name="Google Shape;711;p30"/>
          <p:cNvSpPr txBox="1">
            <a:spLocks noGrp="1"/>
          </p:cNvSpPr>
          <p:nvPr>
            <p:ph type="title" idx="3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04</a:t>
            </a:r>
            <a:endParaRPr b="1">
              <a:latin typeface="Arial"/>
              <a:cs typeface="Arial"/>
            </a:endParaRPr>
          </a:p>
        </p:txBody>
      </p:sp>
      <p:sp>
        <p:nvSpPr>
          <p:cNvPr id="712" name="Google Shape;712;p30"/>
          <p:cNvSpPr txBox="1">
            <a:spLocks noGrp="1"/>
          </p:cNvSpPr>
          <p:nvPr>
            <p:ph type="title" idx="4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02</a:t>
            </a:r>
            <a:endParaRPr lang="ru-RU" b="1">
              <a:cs typeface="Arial"/>
            </a:endParaRPr>
          </a:p>
        </p:txBody>
      </p:sp>
      <p:sp>
        <p:nvSpPr>
          <p:cNvPr id="713" name="Google Shape;713;p30"/>
          <p:cNvSpPr txBox="1">
            <a:spLocks noGrp="1"/>
          </p:cNvSpPr>
          <p:nvPr>
            <p:ph type="title" idx="5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05</a:t>
            </a:r>
            <a:endParaRPr b="1">
              <a:latin typeface="Arial"/>
              <a:cs typeface="Arial"/>
            </a:endParaRPr>
          </a:p>
        </p:txBody>
      </p:sp>
      <p:sp>
        <p:nvSpPr>
          <p:cNvPr id="714" name="Google Shape;714;p30"/>
          <p:cNvSpPr txBox="1">
            <a:spLocks noGrp="1"/>
          </p:cNvSpPr>
          <p:nvPr>
            <p:ph type="title" idx="6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03</a:t>
            </a:r>
            <a:endParaRPr b="1">
              <a:latin typeface="Arial"/>
              <a:cs typeface="Arial"/>
            </a:endParaRPr>
          </a:p>
        </p:txBody>
      </p:sp>
      <p:sp>
        <p:nvSpPr>
          <p:cNvPr id="715" name="Google Shape;715;p30"/>
          <p:cNvSpPr txBox="1">
            <a:spLocks noGrp="1"/>
          </p:cNvSpPr>
          <p:nvPr>
            <p:ph type="title" idx="7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06</a:t>
            </a:r>
            <a:endParaRPr b="1">
              <a:latin typeface="Arial"/>
              <a:cs typeface="Arial"/>
            </a:endParaRPr>
          </a:p>
        </p:txBody>
      </p:sp>
      <p:sp>
        <p:nvSpPr>
          <p:cNvPr id="716" name="Google Shape;716;p30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ВВЕДЕНИЕ</a:t>
            </a:r>
          </a:p>
        </p:txBody>
      </p:sp>
      <p:sp>
        <p:nvSpPr>
          <p:cNvPr id="717" name="Google Shape;717;p30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/>
            <a:r>
              <a:rPr lang="en" b="1">
                <a:latin typeface="Arial"/>
                <a:cs typeface="Arial"/>
              </a:rPr>
              <a:t>РЫНОЧНАЯ ВОЗМОЖНОСТЬ</a:t>
            </a:r>
            <a:endParaRPr lang="ru-RU">
              <a:latin typeface="Arial"/>
              <a:cs typeface="Arial"/>
            </a:endParaRPr>
          </a:p>
        </p:txBody>
      </p:sp>
      <p:sp>
        <p:nvSpPr>
          <p:cNvPr id="718" name="Google Shape;718;p30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/>
            <a:r>
              <a:rPr lang="en" b="1">
                <a:latin typeface="Arial"/>
                <a:cs typeface="Arial"/>
              </a:rPr>
              <a:t>ДЕМОНСТРАЦИЯ ПРОДУКТА </a:t>
            </a:r>
            <a:endParaRPr lang="ru-RU" b="1">
              <a:cs typeface="Arial"/>
            </a:endParaRPr>
          </a:p>
        </p:txBody>
      </p:sp>
      <p:sp>
        <p:nvSpPr>
          <p:cNvPr id="719" name="Google Shape;719;p30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/>
            <a:r>
              <a:rPr lang="en" b="1">
                <a:latin typeface="Arial"/>
                <a:cs typeface="Arial"/>
              </a:rPr>
              <a:t>КОМАНДА И ГРАФИК РАБОТЫ </a:t>
            </a:r>
            <a:endParaRPr lang="ru-RU" b="1">
              <a:latin typeface="Arial"/>
              <a:cs typeface="Arial"/>
            </a:endParaRPr>
          </a:p>
        </p:txBody>
      </p:sp>
      <p:sp>
        <p:nvSpPr>
          <p:cNvPr id="720" name="Google Shape;720;p30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/>
            <a:r>
              <a:rPr lang="en" b="1">
                <a:latin typeface="Arial"/>
                <a:cs typeface="Arial"/>
              </a:rPr>
              <a:t>ФИНАНСЫ И МЕТРИКИ</a:t>
            </a:r>
            <a:endParaRPr lang="ru-RU" b="1">
              <a:latin typeface="Arial"/>
              <a:cs typeface="Arial"/>
            </a:endParaRPr>
          </a:p>
        </p:txBody>
      </p:sp>
      <p:grpSp>
        <p:nvGrpSpPr>
          <p:cNvPr id="721" name="Google Shape;721;p30"/>
          <p:cNvGrpSpPr/>
          <p:nvPr/>
        </p:nvGrpSpPr>
        <p:grpSpPr>
          <a:xfrm>
            <a:off x="1339375" y="1762000"/>
            <a:ext cx="1193310" cy="3463350"/>
            <a:chOff x="472500" y="1762000"/>
            <a:chExt cx="1193310" cy="3463350"/>
          </a:xfrm>
        </p:grpSpPr>
        <p:grpSp>
          <p:nvGrpSpPr>
            <p:cNvPr id="722" name="Google Shape;722;p30"/>
            <p:cNvGrpSpPr/>
            <p:nvPr/>
          </p:nvGrpSpPr>
          <p:grpSpPr>
            <a:xfrm rot="10800000">
              <a:off x="1172489" y="4265721"/>
              <a:ext cx="493321" cy="357312"/>
              <a:chOff x="1722354" y="229144"/>
              <a:chExt cx="1748744" cy="1266614"/>
            </a:xfrm>
          </p:grpSpPr>
          <p:sp>
            <p:nvSpPr>
              <p:cNvPr id="723" name="Google Shape;723;p3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24" name="Google Shape;724;p3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725" name="Google Shape;725;p30"/>
            <p:cNvSpPr/>
            <p:nvPr/>
          </p:nvSpPr>
          <p:spPr>
            <a:xfrm>
              <a:off x="472500" y="1762000"/>
              <a:ext cx="700000" cy="3463350"/>
            </a:xfrm>
            <a:custGeom>
              <a:rect l="l" t="t" r="r" b="b"/>
              <a:pathLst>
                <a:path w="28000" h="138534" extrusionOk="0">
                  <a:moveTo>
                    <a:pt x="0" y="0"/>
                  </a:moveTo>
                  <a:lnTo>
                    <a:pt x="0" y="65749"/>
                  </a:lnTo>
                  <a:lnTo>
                    <a:pt x="28000" y="81915"/>
                  </a:lnTo>
                  <a:lnTo>
                    <a:pt x="28000" y="109663"/>
                  </a:lnTo>
                  <a:lnTo>
                    <a:pt x="17964" y="115457"/>
                  </a:lnTo>
                  <a:lnTo>
                    <a:pt x="17964" y="138534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13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10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Anaheim</vt:lpstr>
      <vt:lpstr>Office Theme</vt:lpstr>
      <vt:lpstr>ОГЛАВЛЕНИЕ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2026-07-13T08:41:38.246</cp:lastPrinted>
  <dcterms:created xsi:type="dcterms:W3CDTF">2026-07-13T15:41:38Z</dcterms:created>
  <dcterms:modified xsi:type="dcterms:W3CDTF">2026-07-13T15:41:38Z</dcterms:modified>
</cp:coreProperties>
</file>