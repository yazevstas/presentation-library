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04"/>
        <p:cNvGrpSpPr/>
        <p:nvPr/>
      </p:nvGrpSpPr>
      <p:grpSpPr>
        <a:xfrm>
          <a:off x="0" y="0"/>
          <a:ext cx="0" cy="0"/>
        </a:xfrm>
      </p:grpSpPr>
      <p:sp>
        <p:nvSpPr>
          <p:cNvPr id="705" name="Google Shape;705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CE1AFD4-8C8D-4402-BD8A-A659B2D02CE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3BCEAB2-3E1F-450E-8E53-C660B4AC0C9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CDC48F8-BA8E-473B-80E9-4FFF014F702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62593A6-E8BE-4F21-B505-806B76CE803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A61CF931-B364-4D99-84C4-A76FBC6E862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433622CF-312E-4497-8530-39CF380062F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01642E50-42B1-4731-9A86-DEFF7FB5E9E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3877648-02B4-43FD-8D90-AB6F33B46AB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6FC78F9-4347-4EF5-BF7E-D54A2A8C82D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EE615F4-018B-49DD-943D-0856EAED64B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D24A18E-ADF7-41B5-BFDA-CD4E31327FD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07"/>
        <p:cNvGrpSpPr/>
        <p:nvPr/>
      </p:nvGrpSpPr>
      <p:grpSpPr>
        <a:xfrm>
          <a:off x="0" y="0"/>
          <a:ext cx="0" cy="0"/>
        </a:xfrm>
      </p:grpSpPr>
      <p:sp>
        <p:nvSpPr>
          <p:cNvPr id="710" name="Google Shape;710;p30"/>
          <p:cNvSpPr txBox="1">
            <a:spLocks noGrp="1"/>
          </p:cNvSpPr>
          <p:nvPr>
            <p:ph type="title" idx="2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01</a:t>
            </a:r>
            <a:endParaRPr b="1">
              <a:latin typeface="Arial"/>
              <a:cs typeface="Arial"/>
            </a:endParaRPr>
          </a:p>
        </p:txBody>
      </p:sp>
      <p:sp>
        <p:nvSpPr>
          <p:cNvPr id="711" name="Google Shape;711;p30"/>
          <p:cNvSpPr txBox="1">
            <a:spLocks noGrp="1"/>
          </p:cNvSpPr>
          <p:nvPr>
            <p:ph type="title" idx="3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04</a:t>
            </a:r>
            <a:endParaRPr b="1">
              <a:latin typeface="Arial"/>
              <a:cs typeface="Arial"/>
            </a:endParaRPr>
          </a:p>
        </p:txBody>
      </p:sp>
      <p:sp>
        <p:nvSpPr>
          <p:cNvPr id="712" name="Google Shape;712;p30"/>
          <p:cNvSpPr txBox="1">
            <a:spLocks noGrp="1"/>
          </p:cNvSpPr>
          <p:nvPr>
            <p:ph type="title" idx="4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02</a:t>
            </a:r>
            <a:endParaRPr lang="ru-RU" b="1">
              <a:cs typeface="Arial"/>
            </a:endParaRPr>
          </a:p>
        </p:txBody>
      </p:sp>
      <p:sp>
        <p:nvSpPr>
          <p:cNvPr id="713" name="Google Shape;713;p30"/>
          <p:cNvSpPr txBox="1">
            <a:spLocks noGrp="1"/>
          </p:cNvSpPr>
          <p:nvPr>
            <p:ph type="title" idx="5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05</a:t>
            </a:r>
            <a:endParaRPr b="1">
              <a:latin typeface="Arial"/>
              <a:cs typeface="Arial"/>
            </a:endParaRPr>
          </a:p>
        </p:txBody>
      </p:sp>
      <p:sp>
        <p:nvSpPr>
          <p:cNvPr id="714" name="Google Shape;714;p30"/>
          <p:cNvSpPr txBox="1">
            <a:spLocks noGrp="1"/>
          </p:cNvSpPr>
          <p:nvPr>
            <p:ph type="title" idx="6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03</a:t>
            </a:r>
            <a:endParaRPr b="1">
              <a:latin typeface="Arial"/>
              <a:cs typeface="Arial"/>
            </a:endParaRPr>
          </a:p>
        </p:txBody>
      </p:sp>
      <p:sp>
        <p:nvSpPr>
          <p:cNvPr id="715" name="Google Shape;715;p30"/>
          <p:cNvSpPr txBox="1">
            <a:spLocks noGrp="1"/>
          </p:cNvSpPr>
          <p:nvPr>
            <p:ph type="title" idx="7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06</a:t>
            </a:r>
            <a:endParaRPr b="1">
              <a:latin typeface="Arial"/>
              <a:cs typeface="Arial"/>
            </a:endParaRPr>
          </a:p>
        </p:txBody>
      </p:sp>
      <p:grpSp>
        <p:nvGrpSpPr>
          <p:cNvPr id="721" name="Google Shape;721;p30"/>
          <p:cNvGrpSpPr/>
          <p:nvPr/>
        </p:nvGrpSpPr>
        <p:grpSpPr>
          <a:xfrm>
            <a:off x="1339375" y="1762000"/>
            <a:ext cx="1193310" cy="3463350"/>
            <a:chOff x="472500" y="1762000"/>
            <a:chExt cx="1193310" cy="3463350"/>
          </a:xfrm>
        </p:grpSpPr>
        <p:grpSp>
          <p:nvGrpSpPr>
            <p:cNvPr id="722" name="Google Shape;722;p30"/>
            <p:cNvGrpSpPr/>
            <p:nvPr/>
          </p:nvGrpSpPr>
          <p:grpSpPr>
            <a:xfrm rot="10800000">
              <a:off x="1172489" y="4265721"/>
              <a:ext cx="493321" cy="357312"/>
              <a:chOff x="1722354" y="229144"/>
              <a:chExt cx="1748744" cy="1266614"/>
            </a:xfrm>
          </p:grpSpPr>
          <p:sp>
            <p:nvSpPr>
              <p:cNvPr id="723" name="Google Shape;723;p3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24" name="Google Shape;724;p3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725" name="Google Shape;725;p30"/>
            <p:cNvSpPr/>
            <p:nvPr/>
          </p:nvSpPr>
          <p:spPr>
            <a:xfrm>
              <a:off x="472500" y="1762000"/>
              <a:ext cx="700000" cy="3463350"/>
            </a:xfrm>
            <a:custGeom>
              <a:rect l="l" t="t" r="r" b="b"/>
              <a:pathLst>
                <a:path w="28000" h="138534" extrusionOk="0">
                  <a:moveTo>
                    <a:pt x="0" y="0"/>
                  </a:moveTo>
                  <a:lnTo>
                    <a:pt x="0" y="65749"/>
                  </a:lnTo>
                  <a:lnTo>
                    <a:pt x="28000" y="81915"/>
                  </a:lnTo>
                  <a:lnTo>
                    <a:pt x="28000" y="109663"/>
                  </a:lnTo>
                  <a:lnTo>
                    <a:pt x="17964" y="115457"/>
                  </a:lnTo>
                  <a:lnTo>
                    <a:pt x="17964" y="138534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8E5FE0B-D561-0BCB-6F98-747EE1A2BE94}"/>
              </a:ext>
            </a:extLst>
          </p:cNvPr>
          <p:cNvSpPr txBox="1"/>
          <p:nvPr/>
        </p:nvSpPr>
        <p:spPr>
          <a:xfrm>
            <a:off x="3914318" y="1278183"/>
            <a:ext cx="147042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800" b="1">
                <a:solidFill>
                  <a:schemeClr val="tx1"/>
                </a:solidFill>
              </a:rPr>
              <a:t>ВВЕДЕНИЕ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87B14A-2544-8818-5FD5-E871F056EB62}"/>
              </a:ext>
            </a:extLst>
          </p:cNvPr>
          <p:cNvSpPr txBox="1"/>
          <p:nvPr/>
        </p:nvSpPr>
        <p:spPr>
          <a:xfrm>
            <a:off x="3916200" y="1831330"/>
            <a:ext cx="302656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800" b="1">
                <a:solidFill>
                  <a:schemeClr val="tx1"/>
                </a:solidFill>
              </a:rPr>
              <a:t>ПРОБЛЕМА И РЕШЕНИЕ</a:t>
            </a:r>
            <a:r>
              <a:rPr lang="ru-RU" sz="180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5DD680-603D-B523-EFD3-3D8197F29E97}"/>
              </a:ext>
            </a:extLst>
          </p:cNvPr>
          <p:cNvSpPr txBox="1"/>
          <p:nvPr/>
        </p:nvSpPr>
        <p:spPr>
          <a:xfrm>
            <a:off x="3913672" y="2349650"/>
            <a:ext cx="351582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800" b="1">
                <a:solidFill>
                  <a:schemeClr val="tx1"/>
                </a:solidFill>
              </a:rPr>
              <a:t>РЫНОЧНАЯ ВОЗМОЖНОСТЬ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9D21FE-2A4A-2929-795C-63010B63F55D}"/>
              </a:ext>
            </a:extLst>
          </p:cNvPr>
          <p:cNvSpPr txBox="1"/>
          <p:nvPr/>
        </p:nvSpPr>
        <p:spPr>
          <a:xfrm>
            <a:off x="3915671" y="2965093"/>
            <a:ext cx="34964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800" b="1">
                <a:solidFill>
                  <a:schemeClr val="tx1"/>
                </a:solidFill>
              </a:rPr>
              <a:t>ДЕМОНСТРАЦИЯ ПРОДУКТА</a:t>
            </a:r>
            <a:r>
              <a:rPr lang="ru-RU" sz="180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AAF19B-B68C-3888-74AA-FD5AC04310F7}"/>
              </a:ext>
            </a:extLst>
          </p:cNvPr>
          <p:cNvSpPr txBox="1"/>
          <p:nvPr/>
        </p:nvSpPr>
        <p:spPr>
          <a:xfrm>
            <a:off x="3916260" y="3499123"/>
            <a:ext cx="3694893" cy="37327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800" b="1">
                <a:solidFill>
                  <a:schemeClr val="tx1"/>
                </a:solidFill>
              </a:rPr>
              <a:t>КОМАНДА И ГРАФИК РАБОТЫ</a:t>
            </a:r>
            <a:r>
              <a:rPr lang="ru-RU" sz="180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99A2A2-BF22-3A9D-938B-76EF5400436F}"/>
              </a:ext>
            </a:extLst>
          </p:cNvPr>
          <p:cNvSpPr txBox="1"/>
          <p:nvPr/>
        </p:nvSpPr>
        <p:spPr>
          <a:xfrm>
            <a:off x="3914260" y="4100152"/>
            <a:ext cx="294420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800" b="1">
                <a:solidFill>
                  <a:schemeClr val="tx1"/>
                </a:solidFill>
              </a:rPr>
              <a:t>ФИНАНСЫ И МЕТРИКИ </a:t>
            </a:r>
            <a:endParaRPr lang="ru-RU" sz="180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131ADD-D98F-50F8-1788-95C168FB2829}"/>
              </a:ext>
            </a:extLst>
          </p:cNvPr>
          <p:cNvSpPr txBox="1"/>
          <p:nvPr/>
        </p:nvSpPr>
        <p:spPr>
          <a:xfrm>
            <a:off x="735979" y="531556"/>
            <a:ext cx="2343767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 b="1">
                <a:solidFill>
                  <a:schemeClr val="tx1"/>
                </a:solidFill>
              </a:rPr>
              <a:t>ОГЛАВЛЕНИЕ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13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Anaheim</vt:lpstr>
      <vt:lpstr>Office Theme</vt:lpstr>
      <vt:lpstr>01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2026-08-02T20:29:32.586</cp:lastPrinted>
  <dcterms:created xsi:type="dcterms:W3CDTF">2026-08-02T20:29:32Z</dcterms:created>
  <dcterms:modified xsi:type="dcterms:W3CDTF">2026-08-02T20:29:32Z</dcterms:modified>
</cp:coreProperties>
</file>