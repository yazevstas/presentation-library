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04"/>
        <p:cNvGrpSpPr/>
        <p:nvPr/>
      </p:nvGrpSpPr>
      <p:grpSpPr>
        <a:xfrm>
          <a:off x="0" y="0"/>
          <a: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72ACD1B-2DB8-4FCF-8727-BAE3A10691D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5738146-1F79-47E5-96B7-8F31F0A5352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7A47041-28CD-4022-8C02-B4F073D293D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BBCD5C7-6F8D-4884-BF3B-466DBC706F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48593E2-59F7-42D5-AE5E-C92B50C1DA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D9175C9-29B5-4ACD-B92B-207A45C5FF8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2F62C30-D79D-4D75-8331-5E45D10764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EF1B3F2-7DEB-495B-A920-DA947B57D5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14DE025-ED8A-4656-9D4E-FCF31043C1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995F584-AE99-4BA6-8D4B-7F3892EF3C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F88569D-8433-4C55-B9B7-002DEE68FCB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07"/>
        <p:cNvGrpSpPr/>
        <p:nvPr/>
      </p:nvGrpSpPr>
      <p:grpSpPr>
        <a:xfrm>
          <a:off x="0" y="0"/>
          <a: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ПРОБЛЕМА И РЕШЕНИЕ</a:t>
            </a:r>
            <a:endParaRPr lang="ru-RU"/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ОГЛАВЛЕНИЕ</a:t>
            </a:r>
            <a:endParaRPr lang="en"/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15" name="Google Shape;715;p30"/>
          <p:cNvSpPr txBox="1">
            <a:spLocks noGrp="1"/>
          </p:cNvSpPr>
          <p:nvPr>
            <p:ph type="title" idx="7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ВВЕДЕНИЕ</a:t>
            </a:r>
            <a:endParaRPr lang="en"/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РЫНОЧНАЯ ВОЗМОЖНОСТЬ</a:t>
            </a:r>
            <a:endParaRPr lang="ru-RU"/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ДЕМОНСТРАЦИЯ ПРОДУКТА </a:t>
            </a:r>
            <a:endParaRPr lang="ru-RU"/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КОМАНДА И ГРАФИК РАБОТЫ </a:t>
            </a:r>
            <a:endParaRPr lang="ru-RU"/>
          </a:p>
        </p:txBody>
      </p:sp>
      <p:sp>
        <p:nvSpPr>
          <p:cNvPr id="720" name="Google Shape;720;p30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/>
              <a:t>ФИНАНСЫ И МЕТРИКИ</a:t>
            </a:r>
            <a:endParaRPr lang="ru-RU"/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Anaheim</vt:lpstr>
      <vt:lpstr>Office Theme</vt:lpstr>
      <vt:lpstr>ОГЛАВЛЕНИЕ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2026-07-08T12:42:38.673</cp:lastPrinted>
  <dcterms:created xsi:type="dcterms:W3CDTF">2026-07-08T19:42:38Z</dcterms:created>
  <dcterms:modified xsi:type="dcterms:W3CDTF">2026-07-08T19:42:39Z</dcterms:modified>
</cp:coreProperties>
</file>