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embedTrueTypeFonts="1" saveSubsetFonts="1">
  <p:sldMasterIdLst>
    <p:sldMasterId id="2147483648" r:id="rId1"/>
    <p:sldMasterId id="2147483683" r:id="rId2"/>
  </p:sldMasterIdLst>
  <p:notesMasterIdLst>
    <p:notesMasterId r:id="rId3"/>
  </p:notesMasterIdLst>
  <p:sldIdLst>
    <p:sldId id="259" r:id="rId4"/>
  </p:sldIdLst>
  <p:sldSz cx="9144000" cy="5143500"/>
  <p:notesSz cx="6858000" cy="9144000"/>
  <p:embeddedFontLst>
    <p:embeddedFont>
      <p:font typeface="Amatic SC" panose="00000500000000000000" pitchFamily="2" charset="-79"/>
      <p:regular r:id="rId6"/>
      <p:bold r:id="rId7"/>
    </p:embeddedFont>
    <p:embeddedFont>
      <p:font typeface="Anaheim" panose="020B0604020202020204" charset="0"/>
      <p:regular r:id="rId8"/>
      <p:bold r:id="rId9"/>
    </p:embeddedFont>
    <p:embeddedFont>
      <p:font typeface="Hanken Grotesk" panose="020B0604020202020204" charset="0"/>
      <p:regular r:id="rId10"/>
      <p:bold r:id="rId11"/>
      <p:italic r:id="rId12"/>
      <p:boldItalic r:id="rId13"/>
    </p:embeddedFont>
    <p:embeddedFont>
      <p:font typeface="Raleway" pitchFamily="2" charset="0"/>
      <p:regular r:id="rId14"/>
      <p:bold r:id="rId15"/>
      <p:italic r:id="rId16"/>
      <p:boldItalic r:id="rId17"/>
    </p:embeddedFont>
    <p:embeddedFont>
      <p:font typeface="Raleway Black" pitchFamily="2" charset="0"/>
      <p:bold r:id="rId18"/>
      <p:boldItalic r:id="rId19"/>
    </p:embeddedFont>
    <p:embeddedFont>
      <p:font typeface="Raleway ExtraBold" pitchFamily="2" charset="0"/>
      <p:bold r:id="rId20"/>
      <p:boldItalic r:id="rId21"/>
    </p:embeddedFont>
    <p:embeddedFont>
      <p:font typeface="Roboto Medium" panose="02000000000000000000" pitchFamily="2" charset="0"/>
      <p:regular r:id="rId22"/>
      <p:italic r:id="rId23"/>
    </p:embeddedFont>
    <p:embeddedFont>
      <p:font typeface="Roboto" panose="02000000000000000000" pitchFamily="2"/>
      <p:bold r:id="rId24"/>
      <p:boldItalic r:id="rId25"/>
    </p:embeddedFont>
  </p:embeddedFontLst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5.fntdata" /><Relationship Id="rId11" Type="http://schemas.openxmlformats.org/officeDocument/2006/relationships/font" Target="fonts/font6.fntdata" /><Relationship Id="rId12" Type="http://schemas.openxmlformats.org/officeDocument/2006/relationships/font" Target="fonts/font7.fntdata" /><Relationship Id="rId13" Type="http://schemas.openxmlformats.org/officeDocument/2006/relationships/font" Target="fonts/font8.fntdata" /><Relationship Id="rId14" Type="http://schemas.openxmlformats.org/officeDocument/2006/relationships/font" Target="fonts/font9.fntdata" /><Relationship Id="rId15" Type="http://schemas.openxmlformats.org/officeDocument/2006/relationships/font" Target="fonts/font10.fntdata" /><Relationship Id="rId16" Type="http://schemas.openxmlformats.org/officeDocument/2006/relationships/font" Target="fonts/font11.fntdata" /><Relationship Id="rId17" Type="http://schemas.openxmlformats.org/officeDocument/2006/relationships/font" Target="fonts/font12.fntdata" /><Relationship Id="rId18" Type="http://schemas.openxmlformats.org/officeDocument/2006/relationships/font" Target="fonts/font13.fntdata" /><Relationship Id="rId19" Type="http://schemas.openxmlformats.org/officeDocument/2006/relationships/font" Target="fonts/font14.fntdata" /><Relationship Id="rId2" Type="http://schemas.openxmlformats.org/officeDocument/2006/relationships/slideMaster" Target="slideMasters/slideMaster2.xml" /><Relationship Id="rId20" Type="http://schemas.openxmlformats.org/officeDocument/2006/relationships/font" Target="fonts/font15.fntdata" /><Relationship Id="rId21" Type="http://schemas.openxmlformats.org/officeDocument/2006/relationships/font" Target="fonts/font16.fntdata" /><Relationship Id="rId22" Type="http://schemas.openxmlformats.org/officeDocument/2006/relationships/font" Target="fonts/font17.fntdata" /><Relationship Id="rId23" Type="http://schemas.openxmlformats.org/officeDocument/2006/relationships/font" Target="fonts/font18.fntdata" /><Relationship Id="rId24" Type="http://schemas.openxmlformats.org/officeDocument/2006/relationships/font" Target="fonts/font19.fntdata" /><Relationship Id="rId25" Type="http://schemas.openxmlformats.org/officeDocument/2006/relationships/font" Target="fonts/font20.fntdata" /><Relationship Id="rId26" Type="http://schemas.openxmlformats.org/officeDocument/2006/relationships/presProps" Target="presProps.xml" /><Relationship Id="rId27" Type="http://schemas.openxmlformats.org/officeDocument/2006/relationships/viewProps" Target="viewProps.xml" /><Relationship Id="rId28" Type="http://schemas.openxmlformats.org/officeDocument/2006/relationships/theme" Target="theme/theme1.xml" /><Relationship Id="rId29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tags" Target="tags/tag1.xml" /><Relationship Id="rId6" Type="http://schemas.openxmlformats.org/officeDocument/2006/relationships/font" Target="fonts/font1.fntdata" /><Relationship Id="rId7" Type="http://schemas.openxmlformats.org/officeDocument/2006/relationships/font" Target="fonts/font2.fntdata" /><Relationship Id="rId8" Type="http://schemas.openxmlformats.org/officeDocument/2006/relationships/font" Target="fonts/font3.fntdata" /><Relationship Id="rId9" Type="http://schemas.openxmlformats.org/officeDocument/2006/relationships/font" Target="fonts/font4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704"/>
        <p:cNvGrpSpPr/>
        <p:nvPr/>
      </p:nvGrpSpPr>
      <p:grpSpPr>
        <a:xfrm>
          <a:off x="0" y="0"/>
          <a:ext cx="0" cy="0"/>
        </a:xfrm>
      </p:grpSpPr>
      <p:sp>
        <p:nvSpPr>
          <p:cNvPr id="705" name="Google Shape;705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hyperlink" Target="https://bit.ly/3A1uf1Q" TargetMode="External" /><Relationship Id="rId2" Type="http://schemas.openxmlformats.org/officeDocument/2006/relationships/hyperlink" Target="http://bit.ly/2TyoMsr" TargetMode="External" /><Relationship Id="rId3" Type="http://schemas.openxmlformats.org/officeDocument/2006/relationships/hyperlink" Target="http://bit.ly/2TtBDfr" TargetMode="External" /><Relationship Id="rId4" Type="http://schemas.openxmlformats.org/officeDocument/2006/relationships/slideMaster" Target="../slideMasters/slideMaster2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35D7C17-C583-4739-BC90-9244D586D5A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3301210-1F14-4A27-A4C8-5D63D6332C7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08F3274-5A82-4DEA-9083-D571ED42C81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A40C077-9FC2-4514-BF0C-0ACAB2C92B9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8A687AE4-006E-4A44-8800-35C4D4B2259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EB542DC1-BC64-4AD7-9F52-A6385372A03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46D13C0C-6510-472D-A904-BFE3C4046CC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058CC024-9696-4C76-A7BC-F3C6C7F4D03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2E7E0947-10C7-4BEB-8935-A28B4024F7E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8B2A11B-DCCA-4852-A744-8BFC2E1FBB2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5D09547-3212-4777-970D-1F936E85D83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36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2pPr>
            <a:lvl3pPr lvl="2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3pPr>
            <a:lvl4pPr lvl="3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4pPr>
            <a:lvl5pPr lvl="4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5pPr>
            <a:lvl6pPr lvl="5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6pPr>
            <a:lvl7pPr lvl="6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7pPr>
            <a:lvl8pPr lvl="7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8pPr>
            <a:lvl9pPr lvl="8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" name="Google Shape;27;p3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3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" name="Google Shape;38;p3"/>
          <p:cNvGrpSpPr/>
          <p:nvPr/>
        </p:nvGrpSpPr>
        <p:grpSpPr>
          <a:xfrm>
            <a:off x="-415272" y="538801"/>
            <a:ext cx="7636891" cy="5144942"/>
            <a:chOff x="-415272" y="538801"/>
            <a:chExt cx="7636891" cy="5144942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42;p3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43" name="Google Shape;43;p3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6"/>
          <p:cNvGrpSpPr/>
          <p:nvPr/>
        </p:nvGrpSpPr>
        <p:grpSpPr>
          <a:xfrm>
            <a:off x="713236" y="-1192757"/>
            <a:ext cx="8217269" cy="9624966"/>
            <a:chOff x="713236" y="-1192757"/>
            <a:chExt cx="8217269" cy="9624966"/>
          </a:xfrm>
        </p:grpSpPr>
        <p:grpSp>
          <p:nvGrpSpPr>
            <p:cNvPr id="110" name="Google Shape;110;p6"/>
            <p:cNvGrpSpPr/>
            <p:nvPr/>
          </p:nvGrpSpPr>
          <p:grpSpPr>
            <a:xfrm rot="5400000" flipH="1">
              <a:off x="-917001" y="6234248"/>
              <a:ext cx="3828199" cy="567724"/>
              <a:chOff x="-1181972" y="3591337"/>
              <a:chExt cx="3497989" cy="518706"/>
            </a:xfrm>
          </p:grpSpPr>
          <p:cxnSp>
            <p:nvCxnSpPr>
              <p:cNvPr id="111" name="Google Shape;111;p6"/>
              <p:cNvCxnSpPr/>
              <p:nvPr/>
            </p:nvCxnSpPr>
            <p:spPr>
              <a:xfrm flipH="1">
                <a:off x="308728" y="2619343"/>
                <a:ext cx="0" cy="298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6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" name="Google Shape;113;p6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6"/>
            <p:cNvGrpSpPr/>
            <p:nvPr/>
          </p:nvGrpSpPr>
          <p:grpSpPr>
            <a:xfrm>
              <a:off x="6549025" y="-95200"/>
              <a:ext cx="2381480" cy="750487"/>
              <a:chOff x="6549025" y="-95200"/>
              <a:chExt cx="2381480" cy="750487"/>
            </a:xfrm>
          </p:grpSpPr>
          <p:grpSp>
            <p:nvGrpSpPr>
              <p:cNvPr id="115" name="Google Shape;115;p6"/>
              <p:cNvGrpSpPr/>
              <p:nvPr/>
            </p:nvGrpSpPr>
            <p:grpSpPr>
              <a:xfrm rot="-5400000">
                <a:off x="8505189" y="229971"/>
                <a:ext cx="493321" cy="357312"/>
                <a:chOff x="1722354" y="229144"/>
                <a:chExt cx="1748744" cy="1266614"/>
              </a:xfrm>
            </p:grpSpPr>
            <p:sp>
              <p:nvSpPr>
                <p:cNvPr id="116" name="Google Shape;116;p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8" name="Google Shape;118;p6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rect l="l" t="t" r="r" b="b"/>
                <a:pathLst>
                  <a:path w="95259" h="17185" extrusionOk="0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  <p:grpSp>
          <p:nvGrpSpPr>
            <p:cNvPr id="119" name="Google Shape;119;p6"/>
            <p:cNvGrpSpPr/>
            <p:nvPr/>
          </p:nvGrpSpPr>
          <p:grpSpPr>
            <a:xfrm rot="5400000">
              <a:off x="6896426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120" name="Google Shape;120;p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" name="Google Shape;122;p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" name="Google Shape;123;p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" name="Google Shape;124;p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5" name="Google Shape;125;p6"/>
          <p:cNvGrpSpPr/>
          <p:nvPr/>
        </p:nvGrpSpPr>
        <p:grpSpPr>
          <a:xfrm>
            <a:off x="302564" y="1262596"/>
            <a:ext cx="9110252" cy="3563617"/>
            <a:chOff x="302564" y="1262596"/>
            <a:chExt cx="9110252" cy="3563617"/>
          </a:xfrm>
        </p:grpSpPr>
        <p:grpSp>
          <p:nvGrpSpPr>
            <p:cNvPr id="126" name="Google Shape;126;p6"/>
            <p:cNvGrpSpPr/>
            <p:nvPr/>
          </p:nvGrpSpPr>
          <p:grpSpPr>
            <a:xfrm rot="5400000">
              <a:off x="-153827" y="4122544"/>
              <a:ext cx="1160062" cy="247278"/>
              <a:chOff x="8000023" y="2164544"/>
              <a:chExt cx="1160062" cy="247278"/>
            </a:xfrm>
          </p:grpSpPr>
          <p:sp>
            <p:nvSpPr>
              <p:cNvPr id="127" name="Google Shape;127;p6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6"/>
            <p:cNvGrpSpPr/>
            <p:nvPr/>
          </p:nvGrpSpPr>
          <p:grpSpPr>
            <a:xfrm>
              <a:off x="8578108" y="1262596"/>
              <a:ext cx="834709" cy="226938"/>
              <a:chOff x="8541258" y="2281496"/>
              <a:chExt cx="834709" cy="226938"/>
            </a:xfrm>
          </p:grpSpPr>
          <p:sp>
            <p:nvSpPr>
              <p:cNvPr id="130" name="Google Shape;130;p6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2" name="Google Shape;132;p6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133" name="Google Shape;133;p6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5" name="Google Shape;135;p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40" name="Google Shape;140;p7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141" name="Google Shape;141;p7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142" name="Google Shape;142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" name="Google Shape;144;p7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145" name="Google Shape;145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7" name="Google Shape;147;p7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148" name="Google Shape;148;p7"/>
            <p:cNvSpPr/>
            <p:nvPr/>
          </p:nvSpPr>
          <p:spPr>
            <a:xfrm>
              <a:off x="6756300" y="4613375"/>
              <a:ext cx="2474700" cy="312375"/>
            </a:xfrm>
            <a:custGeom>
              <a:rect l="l" t="t" r="r" b="b"/>
              <a:pathLst>
                <a:path w="98988" h="12495" extrusionOk="0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49" name="Google Shape;149;p7"/>
            <p:cNvGrpSpPr/>
            <p:nvPr/>
          </p:nvGrpSpPr>
          <p:grpSpPr>
            <a:xfrm rot="-5400000" flipH="1">
              <a:off x="8430782" y="4500446"/>
              <a:ext cx="493321" cy="357312"/>
              <a:chOff x="1722354" y="229144"/>
              <a:chExt cx="1748744" cy="1266614"/>
            </a:xfrm>
          </p:grpSpPr>
          <p:sp>
            <p:nvSpPr>
              <p:cNvPr id="150" name="Google Shape;150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152" name="Google Shape;152;p7"/>
            <p:cNvSpPr/>
            <p:nvPr/>
          </p:nvSpPr>
          <p:spPr>
            <a:xfrm>
              <a:off x="-174975" y="-315450"/>
              <a:ext cx="1914059" cy="4400511"/>
            </a:xfrm>
            <a:custGeom>
              <a:rect l="l" t="t" r="r" b="b"/>
              <a:pathLst>
                <a:path w="55192" h="126889" extrusionOk="0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53" name="Google Shape;153;p7"/>
            <p:cNvGrpSpPr/>
            <p:nvPr/>
          </p:nvGrpSpPr>
          <p:grpSpPr>
            <a:xfrm rot="10800000">
              <a:off x="662657" y="2962921"/>
              <a:ext cx="493321" cy="357312"/>
              <a:chOff x="1722354" y="229144"/>
              <a:chExt cx="1748744" cy="1266614"/>
            </a:xfrm>
          </p:grpSpPr>
          <p:sp>
            <p:nvSpPr>
              <p:cNvPr id="154" name="Google Shape;154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" name="Google Shape;156;p7"/>
            <p:cNvGrpSpPr/>
            <p:nvPr/>
          </p:nvGrpSpPr>
          <p:grpSpPr>
            <a:xfrm>
              <a:off x="-867949" y="1748040"/>
              <a:ext cx="1530153" cy="273510"/>
              <a:chOff x="-6675" y="2881558"/>
              <a:chExt cx="9140700" cy="2059567"/>
            </a:xfrm>
          </p:grpSpPr>
          <p:cxnSp>
            <p:nvCxnSpPr>
              <p:cNvPr id="157" name="Google Shape;157;p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" name="Google Shape;160;p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Google Shape;161;p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2" name="Google Shape;162;p7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163" name="Google Shape;163;p7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SzPts val="6000"/>
              <a:buNone/>
              <a:defRPr sz="6000"/>
            </a:lvl1pPr>
            <a:lvl2pPr lvl="1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2pPr>
            <a:lvl3pPr lvl="2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3pPr>
            <a:lvl4pPr lvl="3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4pPr>
            <a:lvl5pPr lvl="4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5pPr>
            <a:lvl6pPr lvl="5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6pPr>
            <a:lvl7pPr lvl="6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7pPr>
            <a:lvl8pPr lvl="7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8pPr>
            <a:lvl9pPr lvl="8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7000"/>
              <a:buNone/>
              <a:defRPr sz="70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ig number">
  <p:cSld name="BIG_NUMBER">
    <p:spTree>
      <p:nvGrpSpPr>
        <p:cNvPr id="1" name="Shape 286"/>
        <p:cNvGrpSpPr/>
        <p:nvPr/>
      </p:nvGrpSpPr>
      <p:grpSpPr>
        <a:xfrm>
          <a:off x="0" y="0"/>
          <a:ext cx="0" cy="0"/>
        </a:xfrm>
      </p:grpSpPr>
      <p:sp>
        <p:nvSpPr>
          <p:cNvPr id="287" name="Google Shape;287;p11"/>
          <p:cNvSpPr txBox="1">
            <a:spLocks noGrp="1"/>
          </p:cNvSpPr>
          <p:nvPr>
            <p:ph type="title" hasCustomPrompt="1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2pPr>
            <a:lvl3pPr lvl="2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3pPr>
            <a:lvl4pPr lvl="3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4pPr>
            <a:lvl5pPr lvl="4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5pPr>
            <a:lvl6pPr lvl="5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6pPr>
            <a:lvl7pPr lvl="6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7pPr>
            <a:lvl8pPr lvl="7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8pPr>
            <a:lvl9pPr lvl="8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8" name="Google Shape;288;p11"/>
          <p:cNvSpPr txBox="1">
            <a:spLocks noGrp="1"/>
          </p:cNvSpPr>
          <p:nvPr>
            <p:ph type="subTitle" idx="1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89" name="Google Shape;289;p11"/>
          <p:cNvGrpSpPr/>
          <p:nvPr/>
        </p:nvGrpSpPr>
        <p:grpSpPr>
          <a:xfrm>
            <a:off x="320869" y="892488"/>
            <a:ext cx="5247943" cy="4005530"/>
            <a:chOff x="320869" y="892488"/>
            <a:chExt cx="5247943" cy="4005530"/>
          </a:xfrm>
        </p:grpSpPr>
        <p:sp>
          <p:nvSpPr>
            <p:cNvPr id="290" name="Google Shape;290;p11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123153" y="-134519"/>
            <a:ext cx="5670106" cy="5849863"/>
            <a:chOff x="1123153" y="-134519"/>
            <a:chExt cx="5670106" cy="5849863"/>
          </a:xfrm>
        </p:grpSpPr>
        <p:grpSp>
          <p:nvGrpSpPr>
            <p:cNvPr id="293" name="Google Shape;293;p11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294" name="Google Shape;294;p11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grpSp>
            <p:nvGrpSpPr>
              <p:cNvPr id="295" name="Google Shape;295;p11"/>
              <p:cNvGrpSpPr/>
              <p:nvPr/>
            </p:nvGrpSpPr>
            <p:grpSpPr>
              <a:xfrm>
                <a:off x="5633198" y="4650744"/>
                <a:ext cx="1160062" cy="247278"/>
                <a:chOff x="8208698" y="2109319"/>
                <a:chExt cx="1160062" cy="247278"/>
              </a:xfrm>
            </p:grpSpPr>
            <p:sp>
              <p:nvSpPr>
                <p:cNvPr id="296" name="Google Shape;296;p11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97;p11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8" name="Google Shape;298;p11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299" name="Google Shape;299;p1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1" name="Google Shape;301;p11"/>
          <p:cNvGrpSpPr/>
          <p:nvPr/>
        </p:nvGrpSpPr>
        <p:grpSpPr>
          <a:xfrm>
            <a:off x="575287" y="-1805003"/>
            <a:ext cx="8258546" cy="9711728"/>
            <a:chOff x="575287" y="-1805003"/>
            <a:chExt cx="8258546" cy="9711728"/>
          </a:xfrm>
        </p:grpSpPr>
        <p:grpSp>
          <p:nvGrpSpPr>
            <p:cNvPr id="302" name="Google Shape;302;p11"/>
            <p:cNvGrpSpPr/>
            <p:nvPr/>
          </p:nvGrpSpPr>
          <p:grpSpPr>
            <a:xfrm>
              <a:off x="575287" y="-1805003"/>
              <a:ext cx="8258546" cy="9711728"/>
              <a:chOff x="575287" y="-1805003"/>
              <a:chExt cx="8258546" cy="9711728"/>
            </a:xfrm>
          </p:grpSpPr>
          <p:grpSp>
            <p:nvGrpSpPr>
              <p:cNvPr id="303" name="Google Shape;303;p11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304" name="Google Shape;304;p11"/>
                <p:cNvCxnSpPr/>
                <p:nvPr/>
              </p:nvCxnSpPr>
              <p:spPr>
                <a:xfrm rot="10800000" flipH="1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5" name="Google Shape;305;p11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6" name="Google Shape;306;p11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7" name="Google Shape;307;p11"/>
              <p:cNvGrpSpPr/>
              <p:nvPr/>
            </p:nvGrpSpPr>
            <p:grpSpPr>
              <a:xfrm rot="5400000" flipH="1">
                <a:off x="6277862" y="5350755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308" name="Google Shape;308;p11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1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10" name="Google Shape;310;p1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1" name="Google Shape;311;p11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4" cy="1266614"/>
              </a:xfrm>
            </p:grpSpPr>
            <p:sp>
              <p:nvSpPr>
                <p:cNvPr id="312" name="Google Shape;312;p11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11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4" name="Google Shape;314;p11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315" name="Google Shape;315;p11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1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7" name="Google Shape;317;p1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ble of contents">
  <p:cSld name="BLANK_1_1_1_1_1_1">
    <p:spTree>
      <p:nvGrpSpPr>
        <p:cNvPr id="1" name="Shape 319"/>
        <p:cNvGrpSpPr/>
        <p:nvPr/>
      </p:nvGrpSpPr>
      <p:grpSpPr>
        <a:xfrm>
          <a:off x="0" y="0"/>
          <a: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">
  <p:cSld name="CUSTOM_12">
    <p:spTree>
      <p:nvGrpSpPr>
        <p:cNvPr id="1" name="Shape 364"/>
        <p:cNvGrpSpPr/>
        <p:nvPr/>
      </p:nvGrpSpPr>
      <p:grpSpPr>
        <a:xfrm>
          <a:off x="0" y="0"/>
          <a:ext cx="0" cy="0"/>
        </a:xfrm>
      </p:grpSpPr>
      <p:sp>
        <p:nvSpPr>
          <p:cNvPr id="365" name="Google Shape;36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4"/>
          <p:cNvSpPr txBox="1">
            <a:spLocks noGrp="1"/>
          </p:cNvSpPr>
          <p:nvPr>
            <p:ph type="subTitle" idx="1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367" name="Google Shape;367;p14"/>
          <p:cNvGrpSpPr/>
          <p:nvPr/>
        </p:nvGrpSpPr>
        <p:grpSpPr>
          <a:xfrm>
            <a:off x="248963" y="1017730"/>
            <a:ext cx="8980467" cy="3860780"/>
            <a:chOff x="248963" y="1017730"/>
            <a:chExt cx="8980467" cy="3860780"/>
          </a:xfrm>
        </p:grpSpPr>
        <p:sp>
          <p:nvSpPr>
            <p:cNvPr id="368" name="Google Shape;368;p14"/>
            <p:cNvSpPr/>
            <p:nvPr/>
          </p:nvSpPr>
          <p:spPr>
            <a:xfrm>
              <a:off x="422688" y="131788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248963" y="101773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370" name="Google Shape;370;p14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371" name="Google Shape;371;p1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3" name="Google Shape;373;p14"/>
          <p:cNvGrpSpPr/>
          <p:nvPr/>
        </p:nvGrpSpPr>
        <p:grpSpPr>
          <a:xfrm>
            <a:off x="250498" y="1721188"/>
            <a:ext cx="8259948" cy="2990484"/>
            <a:chOff x="250498" y="1721188"/>
            <a:chExt cx="8259948" cy="2990484"/>
          </a:xfrm>
        </p:grpSpPr>
        <p:sp>
          <p:nvSpPr>
            <p:cNvPr id="374" name="Google Shape;374;p14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14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377" name="Google Shape;377;p14"/>
            <p:cNvSpPr/>
            <p:nvPr/>
          </p:nvSpPr>
          <p:spPr>
            <a:xfrm>
              <a:off x="-2218609" y="-174950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78" name="Google Shape;378;p14"/>
            <p:cNvGrpSpPr/>
            <p:nvPr/>
          </p:nvGrpSpPr>
          <p:grpSpPr>
            <a:xfrm rot="-5400000" flipH="1">
              <a:off x="7449713" y="4739627"/>
              <a:ext cx="493321" cy="357312"/>
              <a:chOff x="1722354" y="229144"/>
              <a:chExt cx="1748744" cy="1266614"/>
            </a:xfrm>
          </p:grpSpPr>
          <p:sp>
            <p:nvSpPr>
              <p:cNvPr id="379" name="Google Shape;379;p1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81" name="Google Shape;381;p14"/>
            <p:cNvSpPr/>
            <p:nvPr/>
          </p:nvSpPr>
          <p:spPr>
            <a:xfrm rot="10800000" flipH="1">
              <a:off x="8147148" y="2028637"/>
              <a:ext cx="1521858" cy="631929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82" name="Google Shape;382;p14"/>
            <p:cNvGrpSpPr/>
            <p:nvPr/>
          </p:nvGrpSpPr>
          <p:grpSpPr>
            <a:xfrm flipH="1">
              <a:off x="8820653" y="3237867"/>
              <a:ext cx="965258" cy="273510"/>
              <a:chOff x="-6675" y="2881558"/>
              <a:chExt cx="9140700" cy="2059567"/>
            </a:xfrm>
          </p:grpSpPr>
          <p:cxnSp>
            <p:nvCxnSpPr>
              <p:cNvPr id="383" name="Google Shape;383;p1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88" name="Google Shape;388;p1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 1">
  <p:cSld name="CUSTOM_12_1">
    <p:spTree>
      <p:nvGrpSpPr>
        <p:cNvPr id="1" name="Shape 389"/>
        <p:cNvGrpSpPr/>
        <p:nvPr/>
      </p:nvGrpSpPr>
      <p:grpSpPr>
        <a:xfrm>
          <a:off x="0" y="0"/>
          <a:ext cx="0" cy="0"/>
        </a:xfrm>
      </p:grpSpPr>
      <p:sp>
        <p:nvSpPr>
          <p:cNvPr id="390" name="Google Shape;39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15"/>
          <p:cNvSpPr txBox="1">
            <a:spLocks noGrp="1"/>
          </p:cNvSpPr>
          <p:nvPr>
            <p:ph type="subTitle" idx="1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92" name="Google Shape;392;p15"/>
          <p:cNvGrpSpPr/>
          <p:nvPr/>
        </p:nvGrpSpPr>
        <p:grpSpPr>
          <a:xfrm>
            <a:off x="8393651" y="-1627766"/>
            <a:ext cx="614899" cy="2881846"/>
            <a:chOff x="1337784" y="-2525559"/>
            <a:chExt cx="1352318" cy="6337907"/>
          </a:xfrm>
        </p:grpSpPr>
        <p:cxnSp>
          <p:nvCxnSpPr>
            <p:cNvPr id="393" name="Google Shape;393;p15"/>
            <p:cNvCxnSpPr/>
            <p:nvPr/>
          </p:nvCxnSpPr>
          <p:spPr>
            <a:xfrm rot="10800000" flipH="1">
              <a:off x="1337784" y="-2525559"/>
              <a:ext cx="0" cy="49905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15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5" name="Google Shape;395;p15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15"/>
          <p:cNvGrpSpPr/>
          <p:nvPr/>
        </p:nvGrpSpPr>
        <p:grpSpPr>
          <a:xfrm>
            <a:off x="6485555" y="4129788"/>
            <a:ext cx="269696" cy="1209440"/>
            <a:chOff x="6933883" y="3613321"/>
            <a:chExt cx="269696" cy="1209440"/>
          </a:xfrm>
        </p:grpSpPr>
        <p:sp>
          <p:nvSpPr>
            <p:cNvPr id="397" name="Google Shape;397;p15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99" name="Google Shape;399;p1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hree columns">
  <p:cSld name="CUSTOM_6">
    <p:spTree>
      <p:nvGrpSpPr>
        <p:cNvPr id="1" name="Shape 400"/>
        <p:cNvGrpSpPr/>
        <p:nvPr/>
      </p:nvGrpSpPr>
      <p:grpSpPr>
        <a:xfrm>
          <a:off x="0" y="0"/>
          <a:ext cx="0" cy="0"/>
        </a:xfrm>
      </p:grpSpPr>
      <p:sp>
        <p:nvSpPr>
          <p:cNvPr id="401" name="Google Shape;4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1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16"/>
          <p:cNvSpPr txBox="1">
            <a:spLocks noGrp="1"/>
          </p:cNvSpPr>
          <p:nvPr>
            <p:ph type="subTitle" idx="2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6"/>
          <p:cNvSpPr txBox="1">
            <a:spLocks noGrp="1"/>
          </p:cNvSpPr>
          <p:nvPr>
            <p:ph type="subTitle" idx="3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6"/>
          <p:cNvSpPr txBox="1">
            <a:spLocks noGrp="1"/>
          </p:cNvSpPr>
          <p:nvPr>
            <p:ph type="subTitle" idx="4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6" name="Google Shape;406;p16"/>
          <p:cNvSpPr txBox="1">
            <a:spLocks noGrp="1"/>
          </p:cNvSpPr>
          <p:nvPr>
            <p:ph type="subTitle" idx="5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7" name="Google Shape;407;p16"/>
          <p:cNvSpPr txBox="1">
            <a:spLocks noGrp="1"/>
          </p:cNvSpPr>
          <p:nvPr>
            <p:ph type="subTitle" idx="6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08" name="Google Shape;408;p16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409" name="Google Shape;409;p1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11" name="Google Shape;411;p1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412" name="Google Shape;412;p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4" name="Google Shape;414;p16"/>
          <p:cNvGrpSpPr/>
          <p:nvPr/>
        </p:nvGrpSpPr>
        <p:grpSpPr>
          <a:xfrm>
            <a:off x="478250" y="1380581"/>
            <a:ext cx="8298985" cy="1930684"/>
            <a:chOff x="478250" y="1380581"/>
            <a:chExt cx="8298985" cy="1930684"/>
          </a:xfrm>
        </p:grpSpPr>
        <p:sp>
          <p:nvSpPr>
            <p:cNvPr id="415" name="Google Shape;415;p1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418" name="Google Shape;418;p16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419" name="Google Shape;419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24" name="Google Shape;424;p16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425" name="Google Shape;425;p16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426" name="Google Shape;426;p16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427" name="Google Shape;427;p1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1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9" name="Google Shape;429;p16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rect l="l" t="t" r="r" b="b"/>
                <a:pathLst>
                  <a:path w="19046" h="92923" extrusionOk="0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</p:grpSp>
      <p:sp>
        <p:nvSpPr>
          <p:cNvPr id="430" name="Google Shape;430;p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four columns">
  <p:cSld name="CUSTOM_5">
    <p:spTree>
      <p:nvGrpSpPr>
        <p:cNvPr id="1" name="Shape 431"/>
        <p:cNvGrpSpPr/>
        <p:nvPr/>
      </p:nvGrpSpPr>
      <p:grpSpPr>
        <a:xfrm>
          <a:off x="0" y="0"/>
          <a:ext cx="0" cy="0"/>
        </a:xfrm>
      </p:grpSpPr>
      <p:sp>
        <p:nvSpPr>
          <p:cNvPr id="432" name="Google Shape;43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3" name="Google Shape;433;p17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7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7"/>
          <p:cNvSpPr txBox="1">
            <a:spLocks noGrp="1"/>
          </p:cNvSpPr>
          <p:nvPr>
            <p:ph type="subTitle" idx="3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7"/>
          <p:cNvSpPr txBox="1">
            <a:spLocks noGrp="1"/>
          </p:cNvSpPr>
          <p:nvPr>
            <p:ph type="subTitle" idx="4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6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9" name="Google Shape;439;p17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40" name="Google Shape;440;p17"/>
          <p:cNvSpPr txBox="1">
            <a:spLocks noGrp="1"/>
          </p:cNvSpPr>
          <p:nvPr>
            <p:ph type="subTitle" idx="8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41" name="Google Shape;441;p17"/>
          <p:cNvGrpSpPr/>
          <p:nvPr/>
        </p:nvGrpSpPr>
        <p:grpSpPr>
          <a:xfrm>
            <a:off x="487075" y="3743425"/>
            <a:ext cx="8733034" cy="1098995"/>
            <a:chOff x="487075" y="3743425"/>
            <a:chExt cx="8733034" cy="1098995"/>
          </a:xfrm>
        </p:grpSpPr>
        <p:sp>
          <p:nvSpPr>
            <p:cNvPr id="442" name="Google Shape;442;p17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44" name="Google Shape;444;p17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445" name="Google Shape;445;p1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7" name="Google Shape;447;p17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448" name="Google Shape;448;p17"/>
            <p:cNvSpPr/>
            <p:nvPr/>
          </p:nvSpPr>
          <p:spPr>
            <a:xfrm>
              <a:off x="8847104" y="10031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17"/>
          <p:cNvGrpSpPr/>
          <p:nvPr/>
        </p:nvGrpSpPr>
        <p:grpSpPr>
          <a:xfrm>
            <a:off x="-30950" y="-166792"/>
            <a:ext cx="9501942" cy="5231667"/>
            <a:chOff x="-30950" y="-166792"/>
            <a:chExt cx="9501942" cy="5231667"/>
          </a:xfrm>
        </p:grpSpPr>
        <p:grpSp>
          <p:nvGrpSpPr>
            <p:cNvPr id="451" name="Google Shape;451;p17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4" cy="1266614"/>
            </a:xfrm>
          </p:grpSpPr>
          <p:sp>
            <p:nvSpPr>
              <p:cNvPr id="452" name="Google Shape;452;p1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54" name="Google Shape;454;p17"/>
            <p:cNvGrpSpPr/>
            <p:nvPr/>
          </p:nvGrpSpPr>
          <p:grpSpPr>
            <a:xfrm rot="10800000" flipH="1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455" name="Google Shape;455;p1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1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1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1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1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60" name="Google Shape;460;p17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61" name="Google Shape;461;p17"/>
            <p:cNvSpPr/>
            <p:nvPr/>
          </p:nvSpPr>
          <p:spPr>
            <a:xfrm>
              <a:off x="-30950" y="2650075"/>
              <a:ext cx="581550" cy="241480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62" name="Google Shape;462;p1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six columns">
  <p:cSld name="CUSTOM_7">
    <p:spTree>
      <p:nvGrpSpPr>
        <p:cNvPr id="1" name="Shape 463"/>
        <p:cNvGrpSpPr/>
        <p:nvPr/>
      </p:nvGrpSpPr>
      <p:grpSpPr>
        <a:xfrm>
          <a:off x="0" y="0"/>
          <a:ext cx="0" cy="0"/>
        </a:xfrm>
      </p:grpSpPr>
      <p:sp>
        <p:nvSpPr>
          <p:cNvPr id="464" name="Google Shape;46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65" name="Google Shape;465;p18"/>
          <p:cNvSpPr txBox="1">
            <a:spLocks noGrp="1"/>
          </p:cNvSpPr>
          <p:nvPr>
            <p:ph type="subTitle" idx="1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8"/>
          <p:cNvSpPr txBox="1">
            <a:spLocks noGrp="1"/>
          </p:cNvSpPr>
          <p:nvPr>
            <p:ph type="subTitle" idx="2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18"/>
          <p:cNvSpPr txBox="1">
            <a:spLocks noGrp="1"/>
          </p:cNvSpPr>
          <p:nvPr>
            <p:ph type="subTitle" idx="3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8"/>
          <p:cNvSpPr txBox="1">
            <a:spLocks noGrp="1"/>
          </p:cNvSpPr>
          <p:nvPr>
            <p:ph type="subTitle" idx="4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18"/>
          <p:cNvSpPr txBox="1">
            <a:spLocks noGrp="1"/>
          </p:cNvSpPr>
          <p:nvPr>
            <p:ph type="subTitle" idx="5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8"/>
          <p:cNvSpPr txBox="1">
            <a:spLocks noGrp="1"/>
          </p:cNvSpPr>
          <p:nvPr>
            <p:ph type="subTitle" idx="6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18"/>
          <p:cNvSpPr txBox="1">
            <a:spLocks noGrp="1"/>
          </p:cNvSpPr>
          <p:nvPr>
            <p:ph type="subTitle" idx="7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2" name="Google Shape;472;p18"/>
          <p:cNvSpPr txBox="1">
            <a:spLocks noGrp="1"/>
          </p:cNvSpPr>
          <p:nvPr>
            <p:ph type="subTitle" idx="8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3" name="Google Shape;473;p18"/>
          <p:cNvSpPr txBox="1">
            <a:spLocks noGrp="1"/>
          </p:cNvSpPr>
          <p:nvPr>
            <p:ph type="subTitle" idx="9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4" name="Google Shape;474;p18"/>
          <p:cNvSpPr txBox="1">
            <a:spLocks noGrp="1"/>
          </p:cNvSpPr>
          <p:nvPr>
            <p:ph type="subTitle" idx="13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5" name="Google Shape;475;p18"/>
          <p:cNvSpPr txBox="1">
            <a:spLocks noGrp="1"/>
          </p:cNvSpPr>
          <p:nvPr>
            <p:ph type="subTitle" idx="14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6" name="Google Shape;476;p18"/>
          <p:cNvSpPr txBox="1">
            <a:spLocks noGrp="1"/>
          </p:cNvSpPr>
          <p:nvPr>
            <p:ph type="subTitle" idx="15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77" name="Google Shape;477;p18"/>
          <p:cNvGrpSpPr/>
          <p:nvPr/>
        </p:nvGrpSpPr>
        <p:grpSpPr>
          <a:xfrm>
            <a:off x="-173589" y="2054902"/>
            <a:ext cx="8977956" cy="875138"/>
            <a:chOff x="-173589" y="2054902"/>
            <a:chExt cx="8977956" cy="875138"/>
          </a:xfrm>
        </p:grpSpPr>
        <p:sp>
          <p:nvSpPr>
            <p:cNvPr id="478" name="Google Shape;478;p18"/>
            <p:cNvSpPr/>
            <p:nvPr/>
          </p:nvSpPr>
          <p:spPr>
            <a:xfrm rot="-5400000" flipH="1">
              <a:off x="157300" y="26709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 rot="-5400000" flipH="1">
              <a:off x="42350" y="24235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80" name="Google Shape;480;p18"/>
            <p:cNvGrpSpPr/>
            <p:nvPr/>
          </p:nvGrpSpPr>
          <p:grpSpPr>
            <a:xfrm rot="10800000" flipH="1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481" name="Google Shape;481;p18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8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3" name="Google Shape;483;p18"/>
          <p:cNvGrpSpPr/>
          <p:nvPr/>
        </p:nvGrpSpPr>
        <p:grpSpPr>
          <a:xfrm>
            <a:off x="756786" y="700836"/>
            <a:ext cx="8183234" cy="4589198"/>
            <a:chOff x="756786" y="700836"/>
            <a:chExt cx="8183234" cy="4589198"/>
          </a:xfrm>
        </p:grpSpPr>
        <p:sp>
          <p:nvSpPr>
            <p:cNvPr id="484" name="Google Shape;484;p18"/>
            <p:cNvSpPr/>
            <p:nvPr/>
          </p:nvSpPr>
          <p:spPr>
            <a:xfrm flipH="1">
              <a:off x="756786" y="484915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 rot="10800000" flipH="1">
              <a:off x="8899964" y="700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18"/>
          <p:cNvGrpSpPr/>
          <p:nvPr/>
        </p:nvGrpSpPr>
        <p:grpSpPr>
          <a:xfrm>
            <a:off x="-418722" y="-549400"/>
            <a:ext cx="9906875" cy="5811597"/>
            <a:chOff x="-418722" y="-549400"/>
            <a:chExt cx="9906875" cy="5811597"/>
          </a:xfrm>
        </p:grpSpPr>
        <p:grpSp>
          <p:nvGrpSpPr>
            <p:cNvPr id="487" name="Google Shape;487;p18"/>
            <p:cNvGrpSpPr/>
            <p:nvPr/>
          </p:nvGrpSpPr>
          <p:grpSpPr>
            <a:xfrm rot="10800000" flipH="1">
              <a:off x="8269288" y="182196"/>
              <a:ext cx="493321" cy="357312"/>
              <a:chOff x="1722354" y="229144"/>
              <a:chExt cx="1748744" cy="1266614"/>
            </a:xfrm>
          </p:grpSpPr>
          <p:sp>
            <p:nvSpPr>
              <p:cNvPr id="488" name="Google Shape;488;p1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90" name="Google Shape;490;p18"/>
            <p:cNvGrpSpPr/>
            <p:nvPr/>
          </p:nvGrpSpPr>
          <p:grpSpPr>
            <a:xfrm rot="10800000">
              <a:off x="-418722" y="3973294"/>
              <a:ext cx="965258" cy="273510"/>
              <a:chOff x="-6675" y="2881558"/>
              <a:chExt cx="9140700" cy="2059567"/>
            </a:xfrm>
          </p:grpSpPr>
          <p:cxnSp>
            <p:nvCxnSpPr>
              <p:cNvPr id="491" name="Google Shape;491;p1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1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1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1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1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96" name="Google Shape;496;p18"/>
            <p:cNvSpPr/>
            <p:nvPr/>
          </p:nvSpPr>
          <p:spPr>
            <a:xfrm rot="-5400000" flipH="1">
              <a:off x="-642564" y="4073091"/>
              <a:ext cx="2068124" cy="310088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97" name="Google Shape;497;p18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98" name="Google Shape;498;p1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Numbers and text">
  <p:cSld name="CUSTOM_8">
    <p:spTree>
      <p:nvGrpSpPr>
        <p:cNvPr id="1" name="Shape 499"/>
        <p:cNvGrpSpPr/>
        <p:nvPr/>
      </p:nvGrpSpPr>
      <p:grpSpPr>
        <a:xfrm>
          <a:off x="0" y="0"/>
          <a:ext cx="0" cy="0"/>
        </a:xfrm>
      </p:grpSpPr>
      <p:sp>
        <p:nvSpPr>
          <p:cNvPr id="500" name="Google Shape;500;p19"/>
          <p:cNvSpPr txBox="1">
            <a:spLocks noGrp="1"/>
          </p:cNvSpPr>
          <p:nvPr>
            <p:ph type="title" hasCustomPrompt="1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9"/>
          <p:cNvSpPr txBox="1">
            <a:spLocks noGrp="1"/>
          </p:cNvSpPr>
          <p:nvPr>
            <p:ph type="subTitle" idx="1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2" name="Google Shape;502;p19"/>
          <p:cNvSpPr txBox="1">
            <a:spLocks noGrp="1"/>
          </p:cNvSpPr>
          <p:nvPr>
            <p:ph type="title" idx="2" hasCustomPrompt="1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9"/>
          <p:cNvSpPr txBox="1">
            <a:spLocks noGrp="1"/>
          </p:cNvSpPr>
          <p:nvPr>
            <p:ph type="subTitle" idx="3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4" name="Google Shape;504;p19"/>
          <p:cNvSpPr txBox="1">
            <a:spLocks noGrp="1"/>
          </p:cNvSpPr>
          <p:nvPr>
            <p:ph type="title" idx="4" hasCustomPrompt="1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5" name="Google Shape;505;p19"/>
          <p:cNvSpPr txBox="1">
            <a:spLocks noGrp="1"/>
          </p:cNvSpPr>
          <p:nvPr>
            <p:ph type="subTitle" idx="5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6" name="Google Shape;506;p19"/>
          <p:cNvSpPr/>
          <p:nvPr/>
        </p:nvSpPr>
        <p:spPr>
          <a:xfrm rot="5400000">
            <a:off x="9120511" y="6970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07" name="Google Shape;507;p19"/>
          <p:cNvGrpSpPr/>
          <p:nvPr/>
        </p:nvGrpSpPr>
        <p:grpSpPr>
          <a:xfrm>
            <a:off x="-739800" y="415860"/>
            <a:ext cx="10142602" cy="2150259"/>
            <a:chOff x="-739800" y="415860"/>
            <a:chExt cx="10142602" cy="2150259"/>
          </a:xfrm>
        </p:grpSpPr>
        <p:grpSp>
          <p:nvGrpSpPr>
            <p:cNvPr id="508" name="Google Shape;508;p19"/>
            <p:cNvGrpSpPr/>
            <p:nvPr/>
          </p:nvGrpSpPr>
          <p:grpSpPr>
            <a:xfrm rot="5400000">
              <a:off x="8699132" y="-40532"/>
              <a:ext cx="247278" cy="1160062"/>
              <a:chOff x="1463894" y="1434556"/>
              <a:chExt cx="247278" cy="1160062"/>
            </a:xfrm>
          </p:grpSpPr>
          <p:sp>
            <p:nvSpPr>
              <p:cNvPr id="509" name="Google Shape;509;p1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11" name="Google Shape;511;p19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512" name="Google Shape;512;p1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4" name="Google Shape;514;p19"/>
          <p:cNvGrpSpPr/>
          <p:nvPr/>
        </p:nvGrpSpPr>
        <p:grpSpPr>
          <a:xfrm>
            <a:off x="-1340979" y="-3183303"/>
            <a:ext cx="10223939" cy="12189165"/>
            <a:chOff x="-1340979" y="-3183303"/>
            <a:chExt cx="10223939" cy="12189165"/>
          </a:xfrm>
        </p:grpSpPr>
        <p:grpSp>
          <p:nvGrpSpPr>
            <p:cNvPr id="515" name="Google Shape;515;p19"/>
            <p:cNvGrpSpPr/>
            <p:nvPr/>
          </p:nvGrpSpPr>
          <p:grpSpPr>
            <a:xfrm>
              <a:off x="3772273" y="2152995"/>
              <a:ext cx="5110686" cy="6852868"/>
              <a:chOff x="3772273" y="2152995"/>
              <a:chExt cx="5110686" cy="6852868"/>
            </a:xfrm>
          </p:grpSpPr>
          <p:grpSp>
            <p:nvGrpSpPr>
              <p:cNvPr id="516" name="Google Shape;516;p19"/>
              <p:cNvGrpSpPr/>
              <p:nvPr/>
            </p:nvGrpSpPr>
            <p:grpSpPr>
              <a:xfrm rot="10800000">
                <a:off x="8201743" y="2152995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517" name="Google Shape;517;p19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19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19" name="Google Shape;519;p19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0" name="Google Shape;520;p19"/>
              <p:cNvGrpSpPr/>
              <p:nvPr/>
            </p:nvGrpSpPr>
            <p:grpSpPr>
              <a:xfrm rot="5400000" flipH="1">
                <a:off x="1841424" y="6449892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521" name="Google Shape;521;p19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19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23" name="Google Shape;523;p19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4" name="Google Shape;524;p19"/>
            <p:cNvSpPr/>
            <p:nvPr/>
          </p:nvSpPr>
          <p:spPr>
            <a:xfrm rot="-5400000" flipH="1">
              <a:off x="229850" y="-2095662"/>
              <a:ext cx="1197198" cy="4338856"/>
            </a:xfrm>
            <a:custGeom>
              <a:rect l="l" t="t" r="r" b="b"/>
              <a:pathLst>
                <a:path w="18075" h="65505" extrusionOk="0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25" name="Google Shape;525;p19"/>
            <p:cNvGrpSpPr/>
            <p:nvPr/>
          </p:nvGrpSpPr>
          <p:grpSpPr>
            <a:xfrm rot="-5400000">
              <a:off x="1113139" y="743908"/>
              <a:ext cx="493321" cy="357312"/>
              <a:chOff x="1722354" y="229144"/>
              <a:chExt cx="1748744" cy="1266614"/>
            </a:xfrm>
          </p:grpSpPr>
          <p:sp>
            <p:nvSpPr>
              <p:cNvPr id="526" name="Google Shape;526;p1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28" name="Google Shape;528;p19"/>
            <p:cNvGrpSpPr/>
            <p:nvPr/>
          </p:nvGrpSpPr>
          <p:grpSpPr>
            <a:xfrm rot="5400000">
              <a:off x="-1009100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529" name="Google Shape;529;p1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1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1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2" name="Google Shape;532;p1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Google Shape;533;p1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4" name="Google Shape;534;p1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5" name="Google Shape;535;p1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6" name="Google Shape;536;p1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7" name="Google Shape;537;p1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8" name="Google Shape;538;p1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1">
  <p:cSld name="CUSTOM_10">
    <p:spTree>
      <p:nvGrpSpPr>
        <p:cNvPr id="1" name="Shape 539"/>
        <p:cNvGrpSpPr/>
        <p:nvPr/>
      </p:nvGrpSpPr>
      <p:grpSpPr>
        <a:xfrm>
          <a:off x="0" y="0"/>
          <a:ext cx="0" cy="0"/>
        </a:xfrm>
      </p:grpSpPr>
      <p:sp>
        <p:nvSpPr>
          <p:cNvPr id="540" name="Google Shape;54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41" name="Google Shape;541;p20"/>
          <p:cNvGrpSpPr/>
          <p:nvPr/>
        </p:nvGrpSpPr>
        <p:grpSpPr>
          <a:xfrm>
            <a:off x="998300" y="1868336"/>
            <a:ext cx="7850818" cy="2922793"/>
            <a:chOff x="998300" y="1868336"/>
            <a:chExt cx="7850818" cy="2922793"/>
          </a:xfrm>
        </p:grpSpPr>
        <p:sp>
          <p:nvSpPr>
            <p:cNvPr id="542" name="Google Shape;542;p20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44" name="Google Shape;544;p20"/>
          <p:cNvGrpSpPr/>
          <p:nvPr/>
        </p:nvGrpSpPr>
        <p:grpSpPr>
          <a:xfrm>
            <a:off x="1588038" y="2433589"/>
            <a:ext cx="7438817" cy="2528055"/>
            <a:chOff x="1588038" y="2433589"/>
            <a:chExt cx="7438817" cy="2528055"/>
          </a:xfrm>
        </p:grpSpPr>
        <p:grpSp>
          <p:nvGrpSpPr>
            <p:cNvPr id="545" name="Google Shape;545;p20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546" name="Google Shape;546;p20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0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48" name="Google Shape;548;p20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549" name="Google Shape;549;p20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0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1" name="Google Shape;551;p2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52" name="Google Shape;552;p20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553" name="Google Shape;553;p20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554" name="Google Shape;554;p20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rect l="l" t="t" r="r" b="b"/>
                <a:pathLst>
                  <a:path w="43210" h="145742" extrusionOk="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sp>
            <p:nvSpPr>
              <p:cNvPr id="555" name="Google Shape;555;p20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rect l="l" t="t" r="r" b="b"/>
                <a:pathLst>
                  <a:path w="13625" h="103852" extrusionOk="0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grpSp>
            <p:nvGrpSpPr>
              <p:cNvPr id="556" name="Google Shape;556;p20"/>
              <p:cNvGrpSpPr/>
              <p:nvPr/>
            </p:nvGrpSpPr>
            <p:grpSpPr>
              <a:xfrm>
                <a:off x="-1189524" y="3454365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557" name="Google Shape;557;p20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20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20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20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20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62" name="Google Shape;562;p20"/>
            <p:cNvGrpSpPr/>
            <p:nvPr/>
          </p:nvGrpSpPr>
          <p:grpSpPr>
            <a:xfrm rot="5400000">
              <a:off x="2331732" y="4765921"/>
              <a:ext cx="493321" cy="357312"/>
              <a:chOff x="1722354" y="229144"/>
              <a:chExt cx="1748744" cy="1266614"/>
            </a:xfrm>
          </p:grpSpPr>
          <p:sp>
            <p:nvSpPr>
              <p:cNvPr id="563" name="Google Shape;563;p2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2">
  <p:cSld name="CUSTOM_10_1">
    <p:spTree>
      <p:nvGrpSpPr>
        <p:cNvPr id="1" name="Shape 565"/>
        <p:cNvGrpSpPr/>
        <p:nvPr/>
      </p:nvGrpSpPr>
      <p:grpSpPr>
        <a:xfrm>
          <a:off x="0" y="0"/>
          <a:ext cx="0" cy="0"/>
        </a:xfrm>
      </p:grpSpPr>
      <p:sp>
        <p:nvSpPr>
          <p:cNvPr id="566" name="Google Shape;56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67" name="Google Shape;567;p21"/>
          <p:cNvGrpSpPr/>
          <p:nvPr/>
        </p:nvGrpSpPr>
        <p:grpSpPr>
          <a:xfrm>
            <a:off x="-116589" y="2639527"/>
            <a:ext cx="8996156" cy="1843388"/>
            <a:chOff x="-116589" y="2639527"/>
            <a:chExt cx="8996156" cy="1843388"/>
          </a:xfrm>
        </p:grpSpPr>
        <p:sp>
          <p:nvSpPr>
            <p:cNvPr id="568" name="Google Shape;568;p21"/>
            <p:cNvSpPr/>
            <p:nvPr/>
          </p:nvSpPr>
          <p:spPr>
            <a:xfrm rot="-5400000" flipH="1">
              <a:off x="399500" y="42238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69" name="Google Shape;569;p21"/>
            <p:cNvSpPr/>
            <p:nvPr/>
          </p:nvSpPr>
          <p:spPr>
            <a:xfrm rot="-5400000" flipH="1">
              <a:off x="99350" y="405013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70" name="Google Shape;570;p21"/>
            <p:cNvGrpSpPr/>
            <p:nvPr/>
          </p:nvGrpSpPr>
          <p:grpSpPr>
            <a:xfrm rot="10800000" flipH="1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571" name="Google Shape;571;p2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3" name="Google Shape;573;p21"/>
          <p:cNvGrpSpPr/>
          <p:nvPr/>
        </p:nvGrpSpPr>
        <p:grpSpPr>
          <a:xfrm>
            <a:off x="2729174" y="3358511"/>
            <a:ext cx="6150396" cy="1485586"/>
            <a:chOff x="2729174" y="3358511"/>
            <a:chExt cx="6150396" cy="1485586"/>
          </a:xfrm>
        </p:grpSpPr>
        <p:sp>
          <p:nvSpPr>
            <p:cNvPr id="574" name="Google Shape;574;p21"/>
            <p:cNvSpPr/>
            <p:nvPr/>
          </p:nvSpPr>
          <p:spPr>
            <a:xfrm rot="5400000" flipH="1">
              <a:off x="2929586" y="46036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75" name="Google Shape;575;p21"/>
            <p:cNvSpPr/>
            <p:nvPr/>
          </p:nvSpPr>
          <p:spPr>
            <a:xfrm rot="10800000" flipH="1">
              <a:off x="8839514" y="33585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21"/>
          <p:cNvGrpSpPr/>
          <p:nvPr/>
        </p:nvGrpSpPr>
        <p:grpSpPr>
          <a:xfrm>
            <a:off x="-1381309" y="-1875175"/>
            <a:ext cx="10981145" cy="7138447"/>
            <a:chOff x="-1381309" y="-1875175"/>
            <a:chExt cx="10981145" cy="7138447"/>
          </a:xfrm>
        </p:grpSpPr>
        <p:sp>
          <p:nvSpPr>
            <p:cNvPr id="577" name="Google Shape;577;p21"/>
            <p:cNvSpPr/>
            <p:nvPr/>
          </p:nvSpPr>
          <p:spPr>
            <a:xfrm rot="10800000" flipH="1">
              <a:off x="-1381309" y="4693337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78" name="Google Shape;578;p21"/>
            <p:cNvGrpSpPr/>
            <p:nvPr/>
          </p:nvGrpSpPr>
          <p:grpSpPr>
            <a:xfrm>
              <a:off x="8229051" y="-1875175"/>
              <a:ext cx="1370785" cy="4060574"/>
              <a:chOff x="8229051" y="-1875175"/>
              <a:chExt cx="1370785" cy="4060574"/>
            </a:xfrm>
          </p:grpSpPr>
          <p:grpSp>
            <p:nvGrpSpPr>
              <p:cNvPr id="579" name="Google Shape;579;p21"/>
              <p:cNvGrpSpPr/>
              <p:nvPr/>
            </p:nvGrpSpPr>
            <p:grpSpPr>
              <a:xfrm>
                <a:off x="8229051" y="-1875175"/>
                <a:ext cx="914953" cy="4060574"/>
                <a:chOff x="8229051" y="-1875175"/>
                <a:chExt cx="914953" cy="4060574"/>
              </a:xfrm>
            </p:grpSpPr>
            <p:grpSp>
              <p:nvGrpSpPr>
                <p:cNvPr id="580" name="Google Shape;580;p21"/>
                <p:cNvGrpSpPr/>
                <p:nvPr/>
              </p:nvGrpSpPr>
              <p:grpSpPr>
                <a:xfrm rot="-5400000">
                  <a:off x="8480363" y="1760083"/>
                  <a:ext cx="493321" cy="357312"/>
                  <a:chOff x="1722354" y="229144"/>
                  <a:chExt cx="1748744" cy="1266614"/>
                </a:xfrm>
              </p:grpSpPr>
              <p:sp>
                <p:nvSpPr>
                  <p:cNvPr id="581" name="Google Shape;581;p21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rect l="l" t="t" r="r" b="b"/>
                    <a:pathLst>
                      <a:path w="4864" h="2777" fill="none" extrusionOk="0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21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rect l="l" t="t" r="r" b="b"/>
                    <a:pathLst>
                      <a:path w="2748" h="2719" fill="none" extrusionOk="0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chemeClr val="lt1"/>
                    </a:solidFill>
                    <a:prstDash val="solid"/>
                    <a:miter lim="72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3" name="Google Shape;583;p21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rect l="l" t="t" r="r" b="b"/>
                  <a:pathLst>
                    <a:path w="23262" h="96592" extrusionOk="0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/>
              </p:txBody>
            </p:sp>
          </p:grpSp>
          <p:grpSp>
            <p:nvGrpSpPr>
              <p:cNvPr id="584" name="Google Shape;584;p21"/>
              <p:cNvGrpSpPr/>
              <p:nvPr/>
            </p:nvGrpSpPr>
            <p:grpSpPr>
              <a:xfrm rot="10800000">
                <a:off x="8634578" y="861419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585" name="Google Shape;585;p21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6" name="Google Shape;586;p21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7" name="Google Shape;587;p21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8" name="Google Shape;588;p21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9" name="Google Shape;589;p21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90" name="Google Shape;590;p2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hanks">
  <p:cSld name="CUSTOM_3_1">
    <p:spTree>
      <p:nvGrpSpPr>
        <p:cNvPr id="1" name="Shape 591"/>
        <p:cNvGrpSpPr/>
        <p:nvPr/>
      </p:nvGrpSpPr>
      <p:grpSpPr>
        <a:xfrm>
          <a:off x="0" y="0"/>
          <a:ext cx="0" cy="0"/>
        </a:xfrm>
      </p:grpSpPr>
      <p:sp>
        <p:nvSpPr>
          <p:cNvPr id="592" name="Google Shape;592;p22"/>
          <p:cNvSpPr txBox="1">
            <a:spLocks noGrp="1"/>
          </p:cNvSpPr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45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22"/>
          <p:cNvSpPr txBox="1">
            <a:spLocks noGrp="1"/>
          </p:cNvSpPr>
          <p:nvPr>
            <p:ph type="subTitle" idx="1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22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300"/>
              </a:spcBef>
              <a:spcAft>
                <a:spcPct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sz="1200" b="1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95" name="Google Shape;595;p22"/>
          <p:cNvSpPr/>
          <p:nvPr/>
        </p:nvSpPr>
        <p:spPr>
          <a:xfrm rot="5400000">
            <a:off x="8249111" y="1753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96" name="Google Shape;596;p22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597" name="Google Shape;597;p22"/>
            <p:cNvGrpSpPr/>
            <p:nvPr/>
          </p:nvGrpSpPr>
          <p:grpSpPr>
            <a:xfrm rot="5400000">
              <a:off x="6576232" y="-80607"/>
              <a:ext cx="247278" cy="1160062"/>
              <a:chOff x="1463894" y="1434556"/>
              <a:chExt cx="247278" cy="1160062"/>
            </a:xfrm>
          </p:grpSpPr>
          <p:sp>
            <p:nvSpPr>
              <p:cNvPr id="598" name="Google Shape;598;p22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2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00" name="Google Shape;600;p22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601" name="Google Shape;601;p22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2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slideLayout" Target="../slideLayouts/slideLayout23.xml" /><Relationship Id="rId13" Type="http://schemas.openxmlformats.org/officeDocument/2006/relationships/slideLayout" Target="../slideLayouts/slideLayout24.xml" /><Relationship Id="rId14" Type="http://schemas.openxmlformats.org/officeDocument/2006/relationships/slideLayout" Target="../slideLayouts/slideLayout25.xml" /><Relationship Id="rId15" Type="http://schemas.openxmlformats.org/officeDocument/2006/relationships/slideLayout" Target="../slideLayouts/slideLayout26.xml" /><Relationship Id="rId16" Type="http://schemas.openxmlformats.org/officeDocument/2006/relationships/slideLayout" Target="../slideLayouts/slideLayout27.xml" /><Relationship Id="rId17" Type="http://schemas.openxmlformats.org/officeDocument/2006/relationships/slideLayout" Target="../slideLayouts/slideLayout28.xml" /><Relationship Id="rId18" Type="http://schemas.openxmlformats.org/officeDocument/2006/relationships/slideLayout" Target="../slideLayouts/slideLayout29.xml" /><Relationship Id="rId19" Type="http://schemas.openxmlformats.org/officeDocument/2006/relationships/slideLayout" Target="../slideLayouts/slideLayout30.xml" /><Relationship Id="rId2" Type="http://schemas.openxmlformats.org/officeDocument/2006/relationships/slideLayout" Target="../slideLayouts/slideLayout13.xml" /><Relationship Id="rId20" Type="http://schemas.openxmlformats.org/officeDocument/2006/relationships/slideLayout" Target="../slideLayouts/slideLayout31.xml" /><Relationship Id="rId21" Type="http://schemas.openxmlformats.org/officeDocument/2006/relationships/slideLayout" Target="../slideLayouts/slideLayout32.xml" /><Relationship Id="rId22" Type="http://schemas.openxmlformats.org/officeDocument/2006/relationships/slideLayout" Target="../slideLayouts/slideLayout33.xml" /><Relationship Id="rId23" Type="http://schemas.openxmlformats.org/officeDocument/2006/relationships/slideLayout" Target="../slideLayouts/slideLayout34.xml" /><Relationship Id="rId24" Type="http://schemas.openxmlformats.org/officeDocument/2006/relationships/theme" Target="../theme/theme2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Shape 707"/>
        <p:cNvGrpSpPr/>
        <p:nvPr/>
      </p:nvGrpSpPr>
      <p:grpSpPr>
        <a:xfrm>
          <a:off x="0" y="0"/>
          <a:ext cx="0" cy="0"/>
        </a:xfrm>
      </p:grpSpPr>
      <p:sp>
        <p:nvSpPr>
          <p:cNvPr id="710" name="Google Shape;710;p30"/>
          <p:cNvSpPr txBox="1">
            <a:spLocks noGrp="1"/>
          </p:cNvSpPr>
          <p:nvPr>
            <p:ph type="title" idx="2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b="1">
                <a:latin typeface="Arial"/>
                <a:cs typeface="Arial"/>
              </a:rPr>
              <a:t>01</a:t>
            </a:r>
            <a:endParaRPr b="1">
              <a:latin typeface="Arial"/>
              <a:cs typeface="Arial"/>
            </a:endParaRPr>
          </a:p>
        </p:txBody>
      </p:sp>
      <p:sp>
        <p:nvSpPr>
          <p:cNvPr id="711" name="Google Shape;711;p30"/>
          <p:cNvSpPr txBox="1">
            <a:spLocks noGrp="1"/>
          </p:cNvSpPr>
          <p:nvPr>
            <p:ph type="title" idx="3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b="1">
                <a:latin typeface="Arial"/>
                <a:cs typeface="Arial"/>
              </a:rPr>
              <a:t>04</a:t>
            </a:r>
            <a:endParaRPr b="1">
              <a:latin typeface="Arial"/>
              <a:cs typeface="Arial"/>
            </a:endParaRPr>
          </a:p>
        </p:txBody>
      </p:sp>
      <p:sp>
        <p:nvSpPr>
          <p:cNvPr id="712" name="Google Shape;712;p30"/>
          <p:cNvSpPr txBox="1">
            <a:spLocks noGrp="1"/>
          </p:cNvSpPr>
          <p:nvPr>
            <p:ph type="title" idx="4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b="1">
                <a:latin typeface="Arial"/>
                <a:cs typeface="Arial"/>
              </a:rPr>
              <a:t>02</a:t>
            </a:r>
            <a:endParaRPr lang="ru-RU" b="1">
              <a:cs typeface="Arial"/>
            </a:endParaRPr>
          </a:p>
        </p:txBody>
      </p:sp>
      <p:sp>
        <p:nvSpPr>
          <p:cNvPr id="713" name="Google Shape;713;p30"/>
          <p:cNvSpPr txBox="1">
            <a:spLocks noGrp="1"/>
          </p:cNvSpPr>
          <p:nvPr>
            <p:ph type="title" idx="5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b="1">
                <a:latin typeface="Arial"/>
                <a:cs typeface="Arial"/>
              </a:rPr>
              <a:t>05</a:t>
            </a:r>
            <a:endParaRPr b="1">
              <a:latin typeface="Arial"/>
              <a:cs typeface="Arial"/>
            </a:endParaRPr>
          </a:p>
        </p:txBody>
      </p:sp>
      <p:sp>
        <p:nvSpPr>
          <p:cNvPr id="714" name="Google Shape;714;p30"/>
          <p:cNvSpPr txBox="1">
            <a:spLocks noGrp="1"/>
          </p:cNvSpPr>
          <p:nvPr>
            <p:ph type="title" idx="6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b="1">
                <a:latin typeface="Arial"/>
                <a:cs typeface="Arial"/>
              </a:rPr>
              <a:t>03</a:t>
            </a:r>
            <a:endParaRPr b="1">
              <a:latin typeface="Arial"/>
              <a:cs typeface="Arial"/>
            </a:endParaRPr>
          </a:p>
        </p:txBody>
      </p:sp>
      <p:sp>
        <p:nvSpPr>
          <p:cNvPr id="715" name="Google Shape;715;p30"/>
          <p:cNvSpPr txBox="1">
            <a:spLocks noGrp="1"/>
          </p:cNvSpPr>
          <p:nvPr>
            <p:ph type="title" idx="7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b="1">
                <a:latin typeface="Arial"/>
                <a:cs typeface="Arial"/>
              </a:rPr>
              <a:t>06</a:t>
            </a:r>
            <a:endParaRPr b="1">
              <a:latin typeface="Arial"/>
              <a:cs typeface="Arial"/>
            </a:endParaRPr>
          </a:p>
        </p:txBody>
      </p:sp>
      <p:grpSp>
        <p:nvGrpSpPr>
          <p:cNvPr id="721" name="Google Shape;721;p30"/>
          <p:cNvGrpSpPr/>
          <p:nvPr/>
        </p:nvGrpSpPr>
        <p:grpSpPr>
          <a:xfrm>
            <a:off x="1339375" y="1762000"/>
            <a:ext cx="1193310" cy="3463350"/>
            <a:chOff x="472500" y="1762000"/>
            <a:chExt cx="1193310" cy="3463350"/>
          </a:xfrm>
        </p:grpSpPr>
        <p:grpSp>
          <p:nvGrpSpPr>
            <p:cNvPr id="722" name="Google Shape;722;p30"/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4" cy="1266614"/>
            </a:xfrm>
          </p:grpSpPr>
          <p:sp>
            <p:nvSpPr>
              <p:cNvPr id="723" name="Google Shape;723;p3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3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725" name="Google Shape;725;p30"/>
            <p:cNvSpPr/>
            <p:nvPr/>
          </p:nvSpPr>
          <p:spPr>
            <a:xfrm>
              <a:off x="472500" y="1762000"/>
              <a:ext cx="700000" cy="3463350"/>
            </a:xfrm>
            <a:custGeom>
              <a:rect l="l" t="t" r="r" b="b"/>
              <a:pathLst>
                <a:path w="28000" h="138534" extrusionOk="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8E5FE0B-D561-0BCB-6F98-747EE1A2BE94}"/>
              </a:ext>
            </a:extLst>
          </p:cNvPr>
          <p:cNvSpPr txBox="1"/>
          <p:nvPr/>
        </p:nvSpPr>
        <p:spPr>
          <a:xfrm>
            <a:off x="3914318" y="1278183"/>
            <a:ext cx="14704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800" b="1">
                <a:solidFill>
                  <a:schemeClr val="tx1"/>
                </a:solidFill>
              </a:rPr>
              <a:t>ВВЕДЕНИЕ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87B14A-2544-8818-5FD5-E871F056EB62}"/>
              </a:ext>
            </a:extLst>
          </p:cNvPr>
          <p:cNvSpPr txBox="1"/>
          <p:nvPr/>
        </p:nvSpPr>
        <p:spPr>
          <a:xfrm>
            <a:off x="3916200" y="1831330"/>
            <a:ext cx="30265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800" b="1">
                <a:solidFill>
                  <a:schemeClr val="tx1"/>
                </a:solidFill>
              </a:rPr>
              <a:t>ПРОБЛЕМА И РЕШЕНИЕ</a:t>
            </a:r>
            <a:r>
              <a:rPr lang="ru-RU" sz="180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5DD680-603D-B523-EFD3-3D8197F29E97}"/>
              </a:ext>
            </a:extLst>
          </p:cNvPr>
          <p:cNvSpPr txBox="1"/>
          <p:nvPr/>
        </p:nvSpPr>
        <p:spPr>
          <a:xfrm>
            <a:off x="3913672" y="2349650"/>
            <a:ext cx="351582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800" b="1">
                <a:solidFill>
                  <a:schemeClr val="tx1"/>
                </a:solidFill>
              </a:rPr>
              <a:t>РЫНОЧНАЯ ВОЗМОЖНОСТЬ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9D21FE-2A4A-2929-795C-63010B63F55D}"/>
              </a:ext>
            </a:extLst>
          </p:cNvPr>
          <p:cNvSpPr txBox="1"/>
          <p:nvPr/>
        </p:nvSpPr>
        <p:spPr>
          <a:xfrm>
            <a:off x="3915671" y="2965093"/>
            <a:ext cx="34964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800" b="1">
                <a:solidFill>
                  <a:schemeClr val="tx1"/>
                </a:solidFill>
              </a:rPr>
              <a:t>ДЕМОНСТРАЦИЯ ПРОДУКТА</a:t>
            </a:r>
            <a:r>
              <a:rPr lang="ru-RU" sz="180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AAF19B-B68C-3888-74AA-FD5AC04310F7}"/>
              </a:ext>
            </a:extLst>
          </p:cNvPr>
          <p:cNvSpPr txBox="1"/>
          <p:nvPr/>
        </p:nvSpPr>
        <p:spPr>
          <a:xfrm>
            <a:off x="3916260" y="3499123"/>
            <a:ext cx="3694893" cy="3732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800" b="1">
                <a:solidFill>
                  <a:schemeClr val="tx1"/>
                </a:solidFill>
              </a:rPr>
              <a:t>КОМАНДА И ГРАФИК РАБОТЫ</a:t>
            </a:r>
            <a:r>
              <a:rPr lang="ru-RU" sz="180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99A2A2-BF22-3A9D-938B-76EF5400436F}"/>
              </a:ext>
            </a:extLst>
          </p:cNvPr>
          <p:cNvSpPr txBox="1"/>
          <p:nvPr/>
        </p:nvSpPr>
        <p:spPr>
          <a:xfrm>
            <a:off x="3914260" y="4100152"/>
            <a:ext cx="294420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800" b="1">
                <a:solidFill>
                  <a:schemeClr val="tx1"/>
                </a:solidFill>
              </a:rPr>
              <a:t>ФИНАНСЫ И МЕТРИКИ </a:t>
            </a:r>
            <a:endParaRPr lang="ru-RU" sz="180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131ADD-D98F-50F8-1788-95C168FB2829}"/>
              </a:ext>
            </a:extLst>
          </p:cNvPr>
          <p:cNvSpPr txBox="1"/>
          <p:nvPr/>
        </p:nvSpPr>
        <p:spPr>
          <a:xfrm>
            <a:off x="735979" y="531556"/>
            <a:ext cx="234376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400" b="1">
                <a:solidFill>
                  <a:schemeClr val="tx1"/>
                </a:solidFill>
              </a:rPr>
              <a:t>ОГЛАВЛЕНИЕ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13</Paragraphs>
  <Slides>1</Slides>
  <Notes>1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10">
      <vt:lpstr>Arial</vt:lpstr>
      <vt:lpstr>Calibri</vt:lpstr>
      <vt:lpstr>Raleway Black</vt:lpstr>
      <vt:lpstr>Raleway</vt:lpstr>
      <vt:lpstr>Hanken Grotesk</vt:lpstr>
      <vt:lpstr>Raleway ExtraBold</vt:lpstr>
      <vt:lpstr>Nunito Light</vt:lpstr>
      <vt:lpstr>Anaheim</vt:lpstr>
      <vt:lpstr>Office Theme</vt:lpstr>
      <vt:lpstr>01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2026-08-03T14:31:44.795</cp:lastPrinted>
  <dcterms:created xsi:type="dcterms:W3CDTF">2026-08-03T14:31:44Z</dcterms:created>
  <dcterms:modified xsi:type="dcterms:W3CDTF">2026-08-03T14:31:45Z</dcterms:modified>
</cp:coreProperties>
</file>